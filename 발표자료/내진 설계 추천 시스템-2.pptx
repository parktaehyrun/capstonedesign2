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78" r:id="rId1"/>
  </p:sldMasterIdLst>
  <p:notesMasterIdLst>
    <p:notesMasterId r:id="rId24"/>
  </p:notesMasterIdLst>
  <p:sldIdLst>
    <p:sldId id="256" r:id="rId2"/>
    <p:sldId id="260" r:id="rId3"/>
    <p:sldId id="257" r:id="rId4"/>
    <p:sldId id="277" r:id="rId5"/>
    <p:sldId id="258" r:id="rId6"/>
    <p:sldId id="278" r:id="rId7"/>
    <p:sldId id="263" r:id="rId8"/>
    <p:sldId id="269" r:id="rId9"/>
    <p:sldId id="264" r:id="rId10"/>
    <p:sldId id="274" r:id="rId11"/>
    <p:sldId id="265" r:id="rId12"/>
    <p:sldId id="272" r:id="rId13"/>
    <p:sldId id="266" r:id="rId14"/>
    <p:sldId id="273" r:id="rId15"/>
    <p:sldId id="270" r:id="rId16"/>
    <p:sldId id="279" r:id="rId17"/>
    <p:sldId id="280" r:id="rId18"/>
    <p:sldId id="281" r:id="rId19"/>
    <p:sldId id="282" r:id="rId20"/>
    <p:sldId id="276" r:id="rId21"/>
    <p:sldId id="261" r:id="rId22"/>
    <p:sldId id="262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>
          <p15:clr>
            <a:srgbClr val="A4A3A4"/>
          </p15:clr>
        </p15:guide>
        <p15:guide id="2" pos="383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73" d="100"/>
          <a:sy n="73" d="100"/>
        </p:scale>
        <p:origin x="66" y="282"/>
      </p:cViewPr>
      <p:guideLst>
        <p:guide orient="horz" pos="2155"/>
        <p:guide pos="38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 lvl="0"/>
              <a:t>2025-06-19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0759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359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자유형: 도형 7"/>
          <p:cNvSpPr/>
          <p:nvPr/>
        </p:nvSpPr>
        <p:spPr>
          <a:xfrm>
            <a:off x="-12699" y="3631"/>
            <a:ext cx="1247479" cy="442587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708"/>
              </a:cxn>
              <a:cxn ang="0">
                <a:pos x="986" y="7114"/>
              </a:cxn>
              <a:cxn ang="0">
                <a:pos x="1537" y="7266"/>
              </a:cxn>
              <a:cxn ang="0">
                <a:pos x="62" y="0"/>
              </a:cxn>
              <a:cxn ang="0">
                <a:pos x="0" y="0"/>
              </a:cxn>
            </a:cxnLst>
            <a:rect l="0" t="0" r="r" b="b"/>
            <a:pathLst>
              <a:path w="1537" h="7266">
                <a:moveTo>
                  <a:pt x="0" y="0"/>
                </a:moveTo>
                <a:lnTo>
                  <a:pt x="0" y="708"/>
                </a:lnTo>
                <a:lnTo>
                  <a:pt x="986" y="7114"/>
                </a:lnTo>
                <a:lnTo>
                  <a:pt x="1537" y="7266"/>
                </a:lnTo>
                <a:lnTo>
                  <a:pt x="62" y="0"/>
                </a:lnTo>
                <a:lnTo>
                  <a:pt x="0" y="0"/>
                </a:lnTo>
              </a:path>
            </a:pathLst>
          </a:custGeom>
          <a:noFill/>
          <a:ln w="9525">
            <a:noFill/>
            <a:round/>
          </a:ln>
        </p:spPr>
        <p:txBody>
          <a:bodyPr anchor="ctr"/>
          <a:lstStyle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9" name="자유형: 도형 8"/>
          <p:cNvSpPr/>
          <p:nvPr/>
        </p:nvSpPr>
        <p:spPr>
          <a:xfrm flipH="1">
            <a:off x="7307082" y="211889"/>
            <a:ext cx="4883131" cy="1609272"/>
          </a:xfrm>
          <a:custGeom>
            <a:avLst/>
            <a:gdLst>
              <a:gd name="connsiteX0" fmla="*/ 0 w 2715"/>
              <a:gd name="connsiteY0" fmla="*/ 0 h 1458"/>
              <a:gd name="connsiteX1" fmla="*/ 0 w 2715"/>
              <a:gd name="connsiteY1" fmla="*/ 1458 h 1458"/>
              <a:gd name="connsiteX2" fmla="*/ 2715 w 2715"/>
              <a:gd name="connsiteY2" fmla="*/ 909 h 1458"/>
              <a:gd name="connsiteX3" fmla="*/ 0 w 2715"/>
              <a:gd name="connsiteY3" fmla="*/ 0 h 1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5" h="1458">
                <a:moveTo>
                  <a:pt x="0" y="0"/>
                </a:moveTo>
                <a:lnTo>
                  <a:pt x="0" y="1458"/>
                </a:lnTo>
                <a:lnTo>
                  <a:pt x="2715" y="909"/>
                </a:lnTo>
                <a:lnTo>
                  <a:pt x="0" y="0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0" name="자유형: 도형 9"/>
          <p:cNvSpPr/>
          <p:nvPr/>
        </p:nvSpPr>
        <p:spPr>
          <a:xfrm flipH="1">
            <a:off x="1176" y="0"/>
            <a:ext cx="12196229" cy="1209811"/>
          </a:xfrm>
          <a:custGeom>
            <a:avLst/>
            <a:gdLst>
              <a:gd name="connsiteX0" fmla="*/ 6774 w 6774"/>
              <a:gd name="connsiteY0" fmla="*/ 0 h 1097"/>
              <a:gd name="connsiteX1" fmla="*/ 0 w 6774"/>
              <a:gd name="connsiteY1" fmla="*/ 0 h 1097"/>
              <a:gd name="connsiteX2" fmla="*/ 0 w 6774"/>
              <a:gd name="connsiteY2" fmla="*/ 194 h 1097"/>
              <a:gd name="connsiteX3" fmla="*/ 2700 w 6774"/>
              <a:gd name="connsiteY3" fmla="*/ 1097 h 1097"/>
              <a:gd name="connsiteX4" fmla="*/ 6774 w 6774"/>
              <a:gd name="connsiteY4" fmla="*/ 282 h 1097"/>
              <a:gd name="connsiteX5" fmla="*/ 6774 w 6774"/>
              <a:gd name="connsiteY5" fmla="*/ 0 h 1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74" h="1097">
                <a:moveTo>
                  <a:pt x="6774" y="0"/>
                </a:moveTo>
                <a:lnTo>
                  <a:pt x="0" y="0"/>
                </a:lnTo>
                <a:lnTo>
                  <a:pt x="0" y="194"/>
                </a:lnTo>
                <a:lnTo>
                  <a:pt x="2700" y="1097"/>
                </a:lnTo>
                <a:lnTo>
                  <a:pt x="6774" y="282"/>
                </a:lnTo>
                <a:lnTo>
                  <a:pt x="6774" y="0"/>
                </a:ln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1" name="자유형: 도형 10"/>
          <p:cNvSpPr/>
          <p:nvPr/>
        </p:nvSpPr>
        <p:spPr>
          <a:xfrm>
            <a:off x="0" y="313097"/>
            <a:ext cx="7315199" cy="2039450"/>
          </a:xfrm>
          <a:custGeom>
            <a:avLst/>
            <a:gdLst>
              <a:gd name="connsiteX0" fmla="*/ 5486400 w 5486400"/>
              <a:gd name="connsiteY0" fmla="*/ 1085850 h 2571750"/>
              <a:gd name="connsiteX1" fmla="*/ 0 w 5486400"/>
              <a:gd name="connsiteY1" fmla="*/ 0 h 2571750"/>
              <a:gd name="connsiteX2" fmla="*/ 0 w 5486400"/>
              <a:gd name="connsiteY2" fmla="*/ 95250 h 2571750"/>
              <a:gd name="connsiteX3" fmla="*/ 923925 w 5486400"/>
              <a:gd name="connsiteY3" fmla="*/ 2571750 h 2571750"/>
              <a:gd name="connsiteX4" fmla="*/ 5486400 w 5486400"/>
              <a:gd name="connsiteY4" fmla="*/ 1085850 h 2571750"/>
              <a:gd name="connsiteX0" fmla="*/ 5486400 w 5486400"/>
              <a:gd name="connsiteY0" fmla="*/ 1085850 h 2676075"/>
              <a:gd name="connsiteX1" fmla="*/ 0 w 5486400"/>
              <a:gd name="connsiteY1" fmla="*/ 0 h 2676075"/>
              <a:gd name="connsiteX2" fmla="*/ 0 w 5486400"/>
              <a:gd name="connsiteY2" fmla="*/ 95250 h 2676075"/>
              <a:gd name="connsiteX3" fmla="*/ 604863 w 5486400"/>
              <a:gd name="connsiteY3" fmla="*/ 2676075 h 2676075"/>
              <a:gd name="connsiteX4" fmla="*/ 5486400 w 5486400"/>
              <a:gd name="connsiteY4" fmla="*/ 1085850 h 2676075"/>
              <a:gd name="connsiteX0" fmla="*/ 5486400 w 5486400"/>
              <a:gd name="connsiteY0" fmla="*/ 1085850 h 2582198"/>
              <a:gd name="connsiteX1" fmla="*/ 0 w 5486400"/>
              <a:gd name="connsiteY1" fmla="*/ 0 h 2582198"/>
              <a:gd name="connsiteX2" fmla="*/ 0 w 5486400"/>
              <a:gd name="connsiteY2" fmla="*/ 95250 h 2582198"/>
              <a:gd name="connsiteX3" fmla="*/ 892927 w 5486400"/>
              <a:gd name="connsiteY3" fmla="*/ 2582198 h 2582198"/>
              <a:gd name="connsiteX4" fmla="*/ 5486400 w 5486400"/>
              <a:gd name="connsiteY4" fmla="*/ 1085850 h 2582198"/>
              <a:gd name="connsiteX0" fmla="*/ 5486400 w 5486400"/>
              <a:gd name="connsiteY0" fmla="*/ 1085850 h 2582198"/>
              <a:gd name="connsiteX1" fmla="*/ 0 w 5486400"/>
              <a:gd name="connsiteY1" fmla="*/ 0 h 2582198"/>
              <a:gd name="connsiteX2" fmla="*/ 892927 w 5486400"/>
              <a:gd name="connsiteY2" fmla="*/ 2582198 h 2582198"/>
              <a:gd name="connsiteX3" fmla="*/ 5486400 w 5486400"/>
              <a:gd name="connsiteY3" fmla="*/ 1085850 h 2582198"/>
              <a:gd name="connsiteX0" fmla="*/ 5486400 w 5486400"/>
              <a:gd name="connsiteY0" fmla="*/ 1085850 h 2481754"/>
              <a:gd name="connsiteX1" fmla="*/ 0 w 5486400"/>
              <a:gd name="connsiteY1" fmla="*/ 0 h 2481754"/>
              <a:gd name="connsiteX2" fmla="*/ 870728 w 5486400"/>
              <a:gd name="connsiteY2" fmla="*/ 2481754 h 2481754"/>
              <a:gd name="connsiteX3" fmla="*/ 5486400 w 5486400"/>
              <a:gd name="connsiteY3" fmla="*/ 1085850 h 2481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400" h="2481754">
                <a:moveTo>
                  <a:pt x="5486400" y="1085850"/>
                </a:moveTo>
                <a:lnTo>
                  <a:pt x="0" y="0"/>
                </a:lnTo>
                <a:lnTo>
                  <a:pt x="870728" y="2481754"/>
                </a:lnTo>
                <a:lnTo>
                  <a:pt x="5486400" y="1085850"/>
                </a:ln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2" name="자유형: 도형 11"/>
          <p:cNvSpPr/>
          <p:nvPr/>
        </p:nvSpPr>
        <p:spPr>
          <a:xfrm rot="16200000" flipH="1">
            <a:off x="-469153" y="661849"/>
            <a:ext cx="2747768" cy="1432205"/>
          </a:xfrm>
          <a:custGeom>
            <a:avLst/>
            <a:gdLst>
              <a:gd name="connsiteX0" fmla="*/ 0 w 2715"/>
              <a:gd name="connsiteY0" fmla="*/ 0 h 1458"/>
              <a:gd name="connsiteX1" fmla="*/ 0 w 2715"/>
              <a:gd name="connsiteY1" fmla="*/ 1458 h 1458"/>
              <a:gd name="connsiteX2" fmla="*/ 2715 w 2715"/>
              <a:gd name="connsiteY2" fmla="*/ 909 h 1458"/>
              <a:gd name="connsiteX3" fmla="*/ 0 w 2715"/>
              <a:gd name="connsiteY3" fmla="*/ 0 h 1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5" h="1458">
                <a:moveTo>
                  <a:pt x="0" y="0"/>
                </a:moveTo>
                <a:lnTo>
                  <a:pt x="0" y="1458"/>
                </a:lnTo>
                <a:lnTo>
                  <a:pt x="2715" y="909"/>
                </a:lnTo>
                <a:lnTo>
                  <a:pt x="0" y="0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3" name="자유형: 도형 12"/>
          <p:cNvSpPr/>
          <p:nvPr/>
        </p:nvSpPr>
        <p:spPr>
          <a:xfrm rot="16200000" flipH="1">
            <a:off x="-2892959" y="2893114"/>
            <a:ext cx="6862892" cy="1076695"/>
          </a:xfrm>
          <a:custGeom>
            <a:avLst/>
            <a:gdLst>
              <a:gd name="connsiteX0" fmla="*/ 6774 w 6774"/>
              <a:gd name="connsiteY0" fmla="*/ 0 h 1097"/>
              <a:gd name="connsiteX1" fmla="*/ 0 w 6774"/>
              <a:gd name="connsiteY1" fmla="*/ 0 h 1097"/>
              <a:gd name="connsiteX2" fmla="*/ 0 w 6774"/>
              <a:gd name="connsiteY2" fmla="*/ 194 h 1097"/>
              <a:gd name="connsiteX3" fmla="*/ 2700 w 6774"/>
              <a:gd name="connsiteY3" fmla="*/ 1097 h 1097"/>
              <a:gd name="connsiteX4" fmla="*/ 6774 w 6774"/>
              <a:gd name="connsiteY4" fmla="*/ 282 h 1097"/>
              <a:gd name="connsiteX5" fmla="*/ 6774 w 6774"/>
              <a:gd name="connsiteY5" fmla="*/ 0 h 1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74" h="1097">
                <a:moveTo>
                  <a:pt x="6774" y="0"/>
                </a:moveTo>
                <a:lnTo>
                  <a:pt x="0" y="0"/>
                </a:lnTo>
                <a:lnTo>
                  <a:pt x="0" y="194"/>
                </a:lnTo>
                <a:lnTo>
                  <a:pt x="2700" y="1097"/>
                </a:lnTo>
                <a:lnTo>
                  <a:pt x="6774" y="282"/>
                </a:lnTo>
                <a:lnTo>
                  <a:pt x="6774" y="0"/>
                </a:lnTo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anchor="ctr"/>
          <a:lstStyle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4" name="자유형: 도형 13"/>
          <p:cNvSpPr/>
          <p:nvPr/>
        </p:nvSpPr>
        <p:spPr>
          <a:xfrm rot="16200000">
            <a:off x="-839161" y="3864994"/>
            <a:ext cx="4116307" cy="1880869"/>
          </a:xfrm>
          <a:custGeom>
            <a:avLst/>
            <a:gdLst>
              <a:gd name="connsiteX0" fmla="*/ 5486400 w 5486400"/>
              <a:gd name="connsiteY0" fmla="*/ 1085850 h 2571750"/>
              <a:gd name="connsiteX1" fmla="*/ 0 w 5486400"/>
              <a:gd name="connsiteY1" fmla="*/ 0 h 2571750"/>
              <a:gd name="connsiteX2" fmla="*/ 0 w 5486400"/>
              <a:gd name="connsiteY2" fmla="*/ 95250 h 2571750"/>
              <a:gd name="connsiteX3" fmla="*/ 923925 w 5486400"/>
              <a:gd name="connsiteY3" fmla="*/ 2571750 h 2571750"/>
              <a:gd name="connsiteX4" fmla="*/ 5486400 w 5486400"/>
              <a:gd name="connsiteY4" fmla="*/ 1085850 h 257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0" h="2571750">
                <a:moveTo>
                  <a:pt x="5486400" y="1085850"/>
                </a:moveTo>
                <a:lnTo>
                  <a:pt x="0" y="0"/>
                </a:lnTo>
                <a:lnTo>
                  <a:pt x="0" y="95250"/>
                </a:lnTo>
                <a:lnTo>
                  <a:pt x="923925" y="2571750"/>
                </a:lnTo>
                <a:lnTo>
                  <a:pt x="5486400" y="1085850"/>
                </a:lnTo>
              </a:path>
            </a:pathLst>
          </a:cu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5" name="자유형: 도형 14"/>
          <p:cNvSpPr/>
          <p:nvPr/>
        </p:nvSpPr>
        <p:spPr>
          <a:xfrm rot="16200000">
            <a:off x="1234747" y="5050782"/>
            <a:ext cx="895421" cy="2731035"/>
          </a:xfrm>
          <a:custGeom>
            <a:avLst/>
            <a:gdLst>
              <a:gd name="connsiteX0" fmla="*/ 0 w 571472"/>
              <a:gd name="connsiteY0" fmla="*/ 3000396 h 3000396"/>
              <a:gd name="connsiteX1" fmla="*/ 0 w 571472"/>
              <a:gd name="connsiteY1" fmla="*/ 0 h 3000396"/>
              <a:gd name="connsiteX2" fmla="*/ 571472 w 571472"/>
              <a:gd name="connsiteY2" fmla="*/ 3000396 h 3000396"/>
              <a:gd name="connsiteX3" fmla="*/ 0 w 571472"/>
              <a:gd name="connsiteY3" fmla="*/ 3000396 h 3000396"/>
              <a:gd name="connsiteX0" fmla="*/ 0 w 928630"/>
              <a:gd name="connsiteY0" fmla="*/ 3000396 h 3000396"/>
              <a:gd name="connsiteX1" fmla="*/ 0 w 928630"/>
              <a:gd name="connsiteY1" fmla="*/ 0 h 3000396"/>
              <a:gd name="connsiteX2" fmla="*/ 928630 w 928630"/>
              <a:gd name="connsiteY2" fmla="*/ 2500306 h 3000396"/>
              <a:gd name="connsiteX3" fmla="*/ 0 w 928630"/>
              <a:gd name="connsiteY3" fmla="*/ 3000396 h 3000396"/>
              <a:gd name="connsiteX0" fmla="*/ 9525 w 938155"/>
              <a:gd name="connsiteY0" fmla="*/ 3067050 h 3067050"/>
              <a:gd name="connsiteX1" fmla="*/ 0 w 938155"/>
              <a:gd name="connsiteY1" fmla="*/ 0 h 3067050"/>
              <a:gd name="connsiteX2" fmla="*/ 938155 w 938155"/>
              <a:gd name="connsiteY2" fmla="*/ 2566960 h 3067050"/>
              <a:gd name="connsiteX3" fmla="*/ 9525 w 938155"/>
              <a:gd name="connsiteY3" fmla="*/ 3067050 h 3067050"/>
              <a:gd name="connsiteX0" fmla="*/ 9525 w 928656"/>
              <a:gd name="connsiteY0" fmla="*/ 3067050 h 3067050"/>
              <a:gd name="connsiteX1" fmla="*/ 0 w 928656"/>
              <a:gd name="connsiteY1" fmla="*/ 0 h 3067050"/>
              <a:gd name="connsiteX2" fmla="*/ 928656 w 928656"/>
              <a:gd name="connsiteY2" fmla="*/ 2509813 h 3067050"/>
              <a:gd name="connsiteX3" fmla="*/ 9525 w 928656"/>
              <a:gd name="connsiteY3" fmla="*/ 3067050 h 3067050"/>
              <a:gd name="connsiteX0" fmla="*/ 9525 w 928656"/>
              <a:gd name="connsiteY0" fmla="*/ 2709836 h 2709836"/>
              <a:gd name="connsiteX1" fmla="*/ 0 w 928656"/>
              <a:gd name="connsiteY1" fmla="*/ 0 h 2709836"/>
              <a:gd name="connsiteX2" fmla="*/ 928656 w 928656"/>
              <a:gd name="connsiteY2" fmla="*/ 2509813 h 2709836"/>
              <a:gd name="connsiteX3" fmla="*/ 9525 w 928656"/>
              <a:gd name="connsiteY3" fmla="*/ 2709836 h 2709836"/>
              <a:gd name="connsiteX0" fmla="*/ 9525 w 928656"/>
              <a:gd name="connsiteY0" fmla="*/ 2781250 h 2781250"/>
              <a:gd name="connsiteX1" fmla="*/ 0 w 928656"/>
              <a:gd name="connsiteY1" fmla="*/ 0 h 2781250"/>
              <a:gd name="connsiteX2" fmla="*/ 928656 w 928656"/>
              <a:gd name="connsiteY2" fmla="*/ 2509813 h 2781250"/>
              <a:gd name="connsiteX3" fmla="*/ 9525 w 928656"/>
              <a:gd name="connsiteY3" fmla="*/ 2781250 h 2781250"/>
              <a:gd name="connsiteX0" fmla="*/ 9525 w 928656"/>
              <a:gd name="connsiteY0" fmla="*/ 2924102 h 2924102"/>
              <a:gd name="connsiteX1" fmla="*/ 0 w 928656"/>
              <a:gd name="connsiteY1" fmla="*/ 0 h 2924102"/>
              <a:gd name="connsiteX2" fmla="*/ 928656 w 928656"/>
              <a:gd name="connsiteY2" fmla="*/ 2509813 h 2924102"/>
              <a:gd name="connsiteX3" fmla="*/ 9525 w 928656"/>
              <a:gd name="connsiteY3" fmla="*/ 2924102 h 2924102"/>
              <a:gd name="connsiteX0" fmla="*/ 9525 w 931063"/>
              <a:gd name="connsiteY0" fmla="*/ 2924102 h 2924102"/>
              <a:gd name="connsiteX1" fmla="*/ 0 w 931063"/>
              <a:gd name="connsiteY1" fmla="*/ 0 h 2924102"/>
              <a:gd name="connsiteX2" fmla="*/ 931063 w 931063"/>
              <a:gd name="connsiteY2" fmla="*/ 2521723 h 2924102"/>
              <a:gd name="connsiteX3" fmla="*/ 9525 w 931063"/>
              <a:gd name="connsiteY3" fmla="*/ 2924102 h 2924102"/>
              <a:gd name="connsiteX0" fmla="*/ 0 w 931063"/>
              <a:gd name="connsiteY0" fmla="*/ 2805040 h 2805040"/>
              <a:gd name="connsiteX1" fmla="*/ 0 w 931063"/>
              <a:gd name="connsiteY1" fmla="*/ 0 h 2805040"/>
              <a:gd name="connsiteX2" fmla="*/ 931063 w 931063"/>
              <a:gd name="connsiteY2" fmla="*/ 2521723 h 2805040"/>
              <a:gd name="connsiteX3" fmla="*/ 0 w 931063"/>
              <a:gd name="connsiteY3" fmla="*/ 2805040 h 2805040"/>
              <a:gd name="connsiteX0" fmla="*/ 6350 w 931063"/>
              <a:gd name="connsiteY0" fmla="*/ 2822504 h 2822504"/>
              <a:gd name="connsiteX1" fmla="*/ 0 w 931063"/>
              <a:gd name="connsiteY1" fmla="*/ 0 h 2822504"/>
              <a:gd name="connsiteX2" fmla="*/ 931063 w 931063"/>
              <a:gd name="connsiteY2" fmla="*/ 2521723 h 2822504"/>
              <a:gd name="connsiteX3" fmla="*/ 6350 w 931063"/>
              <a:gd name="connsiteY3" fmla="*/ 2822504 h 2822504"/>
              <a:gd name="connsiteX0" fmla="*/ 6350 w 1185503"/>
              <a:gd name="connsiteY0" fmla="*/ 2822504 h 3224000"/>
              <a:gd name="connsiteX1" fmla="*/ 0 w 1185503"/>
              <a:gd name="connsiteY1" fmla="*/ 0 h 3224000"/>
              <a:gd name="connsiteX2" fmla="*/ 1185503 w 1185503"/>
              <a:gd name="connsiteY2" fmla="*/ 3224000 h 3224000"/>
              <a:gd name="connsiteX3" fmla="*/ 6350 w 1185503"/>
              <a:gd name="connsiteY3" fmla="*/ 2822504 h 3224000"/>
              <a:gd name="connsiteX0" fmla="*/ 2116 w 1193457"/>
              <a:gd name="connsiteY0" fmla="*/ 3734200 h 3734200"/>
              <a:gd name="connsiteX1" fmla="*/ 7954 w 1193457"/>
              <a:gd name="connsiteY1" fmla="*/ 0 h 3734200"/>
              <a:gd name="connsiteX2" fmla="*/ 1193457 w 1193457"/>
              <a:gd name="connsiteY2" fmla="*/ 3224000 h 3734200"/>
              <a:gd name="connsiteX3" fmla="*/ 2116 w 1193457"/>
              <a:gd name="connsiteY3" fmla="*/ 3734200 h 373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3457" h="3734200">
                <a:moveTo>
                  <a:pt x="2116" y="3734200"/>
                </a:moveTo>
                <a:cubicBezTo>
                  <a:pt x="-1" y="2793365"/>
                  <a:pt x="10071" y="940835"/>
                  <a:pt x="7954" y="0"/>
                </a:cubicBezTo>
                <a:lnTo>
                  <a:pt x="1193457" y="3224000"/>
                </a:lnTo>
                <a:lnTo>
                  <a:pt x="2116" y="3734200"/>
                </a:lnTo>
              </a:path>
            </a:pathLst>
          </a:custGeom>
          <a:solidFill>
            <a:schemeClr val="accent2">
              <a:lumMod val="50000"/>
              <a:lumOff val="50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6" name="자유형: 도형 15"/>
          <p:cNvSpPr/>
          <p:nvPr/>
        </p:nvSpPr>
        <p:spPr>
          <a:xfrm>
            <a:off x="164250" y="-27432"/>
            <a:ext cx="2883726" cy="6885432"/>
          </a:xfrm>
          <a:custGeom>
            <a:avLst/>
            <a:gdLst>
              <a:gd name="connsiteX0" fmla="*/ 0 w 500066"/>
              <a:gd name="connsiteY0" fmla="*/ 6858000 h 6858000"/>
              <a:gd name="connsiteX1" fmla="*/ 250033 w 500066"/>
              <a:gd name="connsiteY1" fmla="*/ 0 h 6858000"/>
              <a:gd name="connsiteX2" fmla="*/ 500066 w 500066"/>
              <a:gd name="connsiteY2" fmla="*/ 6858000 h 6858000"/>
              <a:gd name="connsiteX3" fmla="*/ 0 w 500066"/>
              <a:gd name="connsiteY3" fmla="*/ 6858000 h 6858000"/>
              <a:gd name="connsiteX0" fmla="*/ 1638757 w 2138823"/>
              <a:gd name="connsiteY0" fmla="*/ 6876288 h 6876288"/>
              <a:gd name="connsiteX1" fmla="*/ 0 w 2138823"/>
              <a:gd name="connsiteY1" fmla="*/ 0 h 6876288"/>
              <a:gd name="connsiteX2" fmla="*/ 2138823 w 2138823"/>
              <a:gd name="connsiteY2" fmla="*/ 6876288 h 6876288"/>
              <a:gd name="connsiteX3" fmla="*/ 1638757 w 2138823"/>
              <a:gd name="connsiteY3" fmla="*/ 6876288 h 6876288"/>
              <a:gd name="connsiteX0" fmla="*/ 1662729 w 2162795"/>
              <a:gd name="connsiteY0" fmla="*/ 6885432 h 6885432"/>
              <a:gd name="connsiteX1" fmla="*/ 0 w 2162795"/>
              <a:gd name="connsiteY1" fmla="*/ 0 h 6885432"/>
              <a:gd name="connsiteX2" fmla="*/ 2162795 w 2162795"/>
              <a:gd name="connsiteY2" fmla="*/ 6885432 h 6885432"/>
              <a:gd name="connsiteX3" fmla="*/ 1662729 w 2162795"/>
              <a:gd name="connsiteY3" fmla="*/ 6885432 h 688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2795" h="6885432">
                <a:moveTo>
                  <a:pt x="1662729" y="6885432"/>
                </a:moveTo>
                <a:lnTo>
                  <a:pt x="0" y="0"/>
                </a:lnTo>
                <a:lnTo>
                  <a:pt x="2162795" y="6885432"/>
                </a:lnTo>
                <a:lnTo>
                  <a:pt x="1662729" y="6885432"/>
                </a:lnTo>
              </a:path>
            </a:pathLst>
          </a:cu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70586" y="2919309"/>
            <a:ext cx="9635703" cy="957706"/>
          </a:xfrm>
        </p:spPr>
        <p:txBody>
          <a:bodyPr>
            <a:noAutofit/>
          </a:bodyPr>
          <a:lstStyle>
            <a:lvl1pPr algn="l">
              <a:defRPr sz="54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70586" y="3890286"/>
            <a:ext cx="9631127" cy="467408"/>
          </a:xfrm>
        </p:spPr>
        <p:txBody>
          <a:bodyPr anchor="ctr"/>
          <a:lstStyle>
            <a:lvl1pPr marL="0" indent="0" algn="l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282A27DF-FC33-4C05-96AC-ECA7B11A9C6B}" type="datetime1">
              <a:rPr lang="ko-KR" altLang="en-US"/>
              <a:pPr>
                <a:defRPr lang="ko-KR" altLang="en-US"/>
              </a:pPr>
              <a:t>2025-06-19</a:t>
            </a:fld>
            <a:endParaRPr lang="en-US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en-US" altLang="en-US"/>
              <a:pPr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042561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EA2121F7-E20F-43B2-B3C6-C7E51EA698C5}" type="datetime1">
              <a:rPr lang="ko-KR" altLang="en-US"/>
              <a:pPr>
                <a:defRPr lang="ko-KR" altLang="en-US"/>
              </a:pPr>
              <a:t>2025-06-19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67801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5DAC1609-63DC-4238-90D7-BDA4CCE7E5D2}" type="datetime1">
              <a:rPr lang="ko-KR" altLang="en-US"/>
              <a:pPr>
                <a:defRPr lang="ko-KR" altLang="en-US"/>
              </a:pPr>
              <a:t>2025-06-19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14227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-73151" y="3141915"/>
            <a:ext cx="12305046" cy="3716088"/>
            <a:chOff x="-28573" y="3141915"/>
            <a:chExt cx="9202494" cy="3716088"/>
          </a:xfrm>
        </p:grpSpPr>
        <p:sp>
          <p:nvSpPr>
            <p:cNvPr id="8" name="자유형: 도형 7"/>
            <p:cNvSpPr/>
            <p:nvPr/>
          </p:nvSpPr>
          <p:spPr>
            <a:xfrm rot="10800000" flipH="1">
              <a:off x="13414" y="5642418"/>
              <a:ext cx="3665145" cy="1074154"/>
            </a:xfrm>
            <a:custGeom>
              <a:avLst/>
              <a:gdLst>
                <a:gd name="connsiteX0" fmla="*/ 0 w 2715"/>
                <a:gd name="connsiteY0" fmla="*/ 0 h 1458"/>
                <a:gd name="connsiteX1" fmla="*/ 0 w 2715"/>
                <a:gd name="connsiteY1" fmla="*/ 1458 h 1458"/>
                <a:gd name="connsiteX2" fmla="*/ 2715 w 2715"/>
                <a:gd name="connsiteY2" fmla="*/ 909 h 1458"/>
                <a:gd name="connsiteX3" fmla="*/ 0 w 2715"/>
                <a:gd name="connsiteY3" fmla="*/ 0 h 1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5" h="1458">
                  <a:moveTo>
                    <a:pt x="0" y="0"/>
                  </a:moveTo>
                  <a:lnTo>
                    <a:pt x="0" y="1458"/>
                  </a:lnTo>
                  <a:lnTo>
                    <a:pt x="2715" y="909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40000"/>
                <a:lumOff val="60000"/>
                <a:alpha val="39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9" name="자유형: 도형 8"/>
            <p:cNvSpPr/>
            <p:nvPr/>
          </p:nvSpPr>
          <p:spPr>
            <a:xfrm rot="10800000" flipH="1">
              <a:off x="8017" y="6050481"/>
              <a:ext cx="9154154" cy="807522"/>
            </a:xfrm>
            <a:custGeom>
              <a:avLst/>
              <a:gdLst>
                <a:gd name="connsiteX0" fmla="*/ 6774 w 6774"/>
                <a:gd name="connsiteY0" fmla="*/ 0 h 1097"/>
                <a:gd name="connsiteX1" fmla="*/ 0 w 6774"/>
                <a:gd name="connsiteY1" fmla="*/ 0 h 1097"/>
                <a:gd name="connsiteX2" fmla="*/ 0 w 6774"/>
                <a:gd name="connsiteY2" fmla="*/ 194 h 1097"/>
                <a:gd name="connsiteX3" fmla="*/ 2700 w 6774"/>
                <a:gd name="connsiteY3" fmla="*/ 1097 h 1097"/>
                <a:gd name="connsiteX4" fmla="*/ 6774 w 6774"/>
                <a:gd name="connsiteY4" fmla="*/ 282 h 1097"/>
                <a:gd name="connsiteX5" fmla="*/ 6774 w 6774"/>
                <a:gd name="connsiteY5" fmla="*/ 0 h 1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74" h="1097">
                  <a:moveTo>
                    <a:pt x="6774" y="0"/>
                  </a:moveTo>
                  <a:lnTo>
                    <a:pt x="0" y="0"/>
                  </a:lnTo>
                  <a:lnTo>
                    <a:pt x="0" y="194"/>
                  </a:lnTo>
                  <a:lnTo>
                    <a:pt x="2700" y="1097"/>
                  </a:lnTo>
                  <a:lnTo>
                    <a:pt x="6774" y="282"/>
                  </a:lnTo>
                  <a:lnTo>
                    <a:pt x="6774" y="0"/>
                  </a:lnTo>
                </a:path>
              </a:pathLst>
            </a:custGeom>
            <a:solidFill>
              <a:schemeClr val="accent3">
                <a:alpha val="75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자유형: 도형 9"/>
            <p:cNvSpPr/>
            <p:nvPr/>
          </p:nvSpPr>
          <p:spPr>
            <a:xfrm rot="10800000">
              <a:off x="3672466" y="5238365"/>
              <a:ext cx="5490588" cy="1410652"/>
            </a:xfrm>
            <a:custGeom>
              <a:avLst/>
              <a:gdLst>
                <a:gd name="connsiteX0" fmla="*/ 5486400 w 5486400"/>
                <a:gd name="connsiteY0" fmla="*/ 1085850 h 2571750"/>
                <a:gd name="connsiteX1" fmla="*/ 0 w 5486400"/>
                <a:gd name="connsiteY1" fmla="*/ 0 h 2571750"/>
                <a:gd name="connsiteX2" fmla="*/ 0 w 5486400"/>
                <a:gd name="connsiteY2" fmla="*/ 95250 h 2571750"/>
                <a:gd name="connsiteX3" fmla="*/ 923925 w 5486400"/>
                <a:gd name="connsiteY3" fmla="*/ 2571750 h 2571750"/>
                <a:gd name="connsiteX4" fmla="*/ 5486400 w 5486400"/>
                <a:gd name="connsiteY4" fmla="*/ 1085850 h 257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0" h="2571750">
                  <a:moveTo>
                    <a:pt x="5486400" y="108585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923925" y="2571750"/>
                  </a:lnTo>
                  <a:lnTo>
                    <a:pt x="5486400" y="108585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7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자유형: 도형 10"/>
            <p:cNvSpPr/>
            <p:nvPr/>
          </p:nvSpPr>
          <p:spPr>
            <a:xfrm rot="10800000">
              <a:off x="8223873" y="5072085"/>
              <a:ext cx="931774" cy="1548196"/>
            </a:xfrm>
            <a:custGeom>
              <a:avLst/>
              <a:gdLst>
                <a:gd name="connsiteX0" fmla="*/ 0 w 571472"/>
                <a:gd name="connsiteY0" fmla="*/ 3000396 h 3000396"/>
                <a:gd name="connsiteX1" fmla="*/ 0 w 571472"/>
                <a:gd name="connsiteY1" fmla="*/ 0 h 3000396"/>
                <a:gd name="connsiteX2" fmla="*/ 571472 w 571472"/>
                <a:gd name="connsiteY2" fmla="*/ 3000396 h 3000396"/>
                <a:gd name="connsiteX3" fmla="*/ 0 w 571472"/>
                <a:gd name="connsiteY3" fmla="*/ 3000396 h 3000396"/>
                <a:gd name="connsiteX0" fmla="*/ 0 w 928630"/>
                <a:gd name="connsiteY0" fmla="*/ 3000396 h 3000396"/>
                <a:gd name="connsiteX1" fmla="*/ 0 w 928630"/>
                <a:gd name="connsiteY1" fmla="*/ 0 h 3000396"/>
                <a:gd name="connsiteX2" fmla="*/ 928630 w 928630"/>
                <a:gd name="connsiteY2" fmla="*/ 2500306 h 3000396"/>
                <a:gd name="connsiteX3" fmla="*/ 0 w 928630"/>
                <a:gd name="connsiteY3" fmla="*/ 3000396 h 3000396"/>
                <a:gd name="connsiteX0" fmla="*/ 9525 w 938155"/>
                <a:gd name="connsiteY0" fmla="*/ 3067050 h 3067050"/>
                <a:gd name="connsiteX1" fmla="*/ 0 w 938155"/>
                <a:gd name="connsiteY1" fmla="*/ 0 h 3067050"/>
                <a:gd name="connsiteX2" fmla="*/ 938155 w 938155"/>
                <a:gd name="connsiteY2" fmla="*/ 2566960 h 3067050"/>
                <a:gd name="connsiteX3" fmla="*/ 9525 w 938155"/>
                <a:gd name="connsiteY3" fmla="*/ 3067050 h 3067050"/>
                <a:gd name="connsiteX0" fmla="*/ 9525 w 928656"/>
                <a:gd name="connsiteY0" fmla="*/ 3067050 h 3067050"/>
                <a:gd name="connsiteX1" fmla="*/ 0 w 928656"/>
                <a:gd name="connsiteY1" fmla="*/ 0 h 3067050"/>
                <a:gd name="connsiteX2" fmla="*/ 928656 w 928656"/>
                <a:gd name="connsiteY2" fmla="*/ 2509813 h 3067050"/>
                <a:gd name="connsiteX3" fmla="*/ 9525 w 928656"/>
                <a:gd name="connsiteY3" fmla="*/ 3067050 h 3067050"/>
                <a:gd name="connsiteX0" fmla="*/ 9525 w 928656"/>
                <a:gd name="connsiteY0" fmla="*/ 2709836 h 2709836"/>
                <a:gd name="connsiteX1" fmla="*/ 0 w 928656"/>
                <a:gd name="connsiteY1" fmla="*/ 0 h 2709836"/>
                <a:gd name="connsiteX2" fmla="*/ 928656 w 928656"/>
                <a:gd name="connsiteY2" fmla="*/ 2509813 h 2709836"/>
                <a:gd name="connsiteX3" fmla="*/ 9525 w 928656"/>
                <a:gd name="connsiteY3" fmla="*/ 2709836 h 2709836"/>
                <a:gd name="connsiteX0" fmla="*/ 9525 w 928656"/>
                <a:gd name="connsiteY0" fmla="*/ 2781250 h 2781250"/>
                <a:gd name="connsiteX1" fmla="*/ 0 w 928656"/>
                <a:gd name="connsiteY1" fmla="*/ 0 h 2781250"/>
                <a:gd name="connsiteX2" fmla="*/ 928656 w 928656"/>
                <a:gd name="connsiteY2" fmla="*/ 2509813 h 2781250"/>
                <a:gd name="connsiteX3" fmla="*/ 9525 w 928656"/>
                <a:gd name="connsiteY3" fmla="*/ 2781250 h 2781250"/>
                <a:gd name="connsiteX0" fmla="*/ 9525 w 928656"/>
                <a:gd name="connsiteY0" fmla="*/ 2924102 h 2924102"/>
                <a:gd name="connsiteX1" fmla="*/ 0 w 928656"/>
                <a:gd name="connsiteY1" fmla="*/ 0 h 2924102"/>
                <a:gd name="connsiteX2" fmla="*/ 928656 w 928656"/>
                <a:gd name="connsiteY2" fmla="*/ 2509813 h 2924102"/>
                <a:gd name="connsiteX3" fmla="*/ 9525 w 928656"/>
                <a:gd name="connsiteY3" fmla="*/ 2924102 h 2924102"/>
                <a:gd name="connsiteX0" fmla="*/ 9525 w 931063"/>
                <a:gd name="connsiteY0" fmla="*/ 2924102 h 2924102"/>
                <a:gd name="connsiteX1" fmla="*/ 0 w 931063"/>
                <a:gd name="connsiteY1" fmla="*/ 0 h 2924102"/>
                <a:gd name="connsiteX2" fmla="*/ 931063 w 931063"/>
                <a:gd name="connsiteY2" fmla="*/ 2521723 h 2924102"/>
                <a:gd name="connsiteX3" fmla="*/ 9525 w 931063"/>
                <a:gd name="connsiteY3" fmla="*/ 2924102 h 2924102"/>
                <a:gd name="connsiteX0" fmla="*/ 0 w 931063"/>
                <a:gd name="connsiteY0" fmla="*/ 2805040 h 2805040"/>
                <a:gd name="connsiteX1" fmla="*/ 0 w 931063"/>
                <a:gd name="connsiteY1" fmla="*/ 0 h 2805040"/>
                <a:gd name="connsiteX2" fmla="*/ 931063 w 931063"/>
                <a:gd name="connsiteY2" fmla="*/ 2521723 h 2805040"/>
                <a:gd name="connsiteX3" fmla="*/ 0 w 931063"/>
                <a:gd name="connsiteY3" fmla="*/ 2805040 h 2805040"/>
                <a:gd name="connsiteX0" fmla="*/ 6350 w 931063"/>
                <a:gd name="connsiteY0" fmla="*/ 2822504 h 2822504"/>
                <a:gd name="connsiteX1" fmla="*/ 0 w 931063"/>
                <a:gd name="connsiteY1" fmla="*/ 0 h 2822504"/>
                <a:gd name="connsiteX2" fmla="*/ 931063 w 931063"/>
                <a:gd name="connsiteY2" fmla="*/ 2521723 h 2822504"/>
                <a:gd name="connsiteX3" fmla="*/ 6350 w 931063"/>
                <a:gd name="connsiteY3" fmla="*/ 2822504 h 2822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1063" h="2822504">
                  <a:moveTo>
                    <a:pt x="6350" y="2822504"/>
                  </a:moveTo>
                  <a:cubicBezTo>
                    <a:pt x="4233" y="1881669"/>
                    <a:pt x="2117" y="940835"/>
                    <a:pt x="0" y="0"/>
                  </a:cubicBezTo>
                  <a:lnTo>
                    <a:pt x="931063" y="2521723"/>
                  </a:lnTo>
                  <a:lnTo>
                    <a:pt x="6350" y="2822504"/>
                  </a:lnTo>
                </a:path>
              </a:pathLst>
            </a:custGeom>
            <a:solidFill>
              <a:schemeClr val="accent1">
                <a:alpha val="74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2" name="자유형: 도형 11"/>
            <p:cNvSpPr/>
            <p:nvPr/>
          </p:nvSpPr>
          <p:spPr>
            <a:xfrm rot="16200000">
              <a:off x="2776226" y="337116"/>
              <a:ext cx="3592895" cy="9202494"/>
            </a:xfrm>
            <a:custGeom>
              <a:avLst/>
              <a:gdLst>
                <a:gd name="connsiteX0" fmla="*/ 0 w 500066"/>
                <a:gd name="connsiteY0" fmla="*/ 6858000 h 6858000"/>
                <a:gd name="connsiteX1" fmla="*/ 250033 w 500066"/>
                <a:gd name="connsiteY1" fmla="*/ 0 h 6858000"/>
                <a:gd name="connsiteX2" fmla="*/ 500066 w 500066"/>
                <a:gd name="connsiteY2" fmla="*/ 6858000 h 6858000"/>
                <a:gd name="connsiteX3" fmla="*/ 0 w 500066"/>
                <a:gd name="connsiteY3" fmla="*/ 6858000 h 6858000"/>
                <a:gd name="connsiteX0" fmla="*/ 1638757 w 2138823"/>
                <a:gd name="connsiteY0" fmla="*/ 6876288 h 6876288"/>
                <a:gd name="connsiteX1" fmla="*/ 0 w 2138823"/>
                <a:gd name="connsiteY1" fmla="*/ 0 h 6876288"/>
                <a:gd name="connsiteX2" fmla="*/ 2138823 w 2138823"/>
                <a:gd name="connsiteY2" fmla="*/ 6876288 h 6876288"/>
                <a:gd name="connsiteX3" fmla="*/ 1638757 w 2138823"/>
                <a:gd name="connsiteY3" fmla="*/ 6876288 h 6876288"/>
                <a:gd name="connsiteX0" fmla="*/ 1662729 w 2162795"/>
                <a:gd name="connsiteY0" fmla="*/ 6885432 h 6885432"/>
                <a:gd name="connsiteX1" fmla="*/ 0 w 2162795"/>
                <a:gd name="connsiteY1" fmla="*/ 0 h 6885432"/>
                <a:gd name="connsiteX2" fmla="*/ 2162795 w 2162795"/>
                <a:gd name="connsiteY2" fmla="*/ 6885432 h 6885432"/>
                <a:gd name="connsiteX3" fmla="*/ 1662729 w 2162795"/>
                <a:gd name="connsiteY3" fmla="*/ 6885432 h 6885432"/>
                <a:gd name="connsiteX0" fmla="*/ 1662729 w 3592895"/>
                <a:gd name="connsiteY0" fmla="*/ 6885432 h 6899132"/>
                <a:gd name="connsiteX1" fmla="*/ 0 w 3592895"/>
                <a:gd name="connsiteY1" fmla="*/ 0 h 6899132"/>
                <a:gd name="connsiteX2" fmla="*/ 3592895 w 3592895"/>
                <a:gd name="connsiteY2" fmla="*/ 6899132 h 6899132"/>
                <a:gd name="connsiteX3" fmla="*/ 1662729 w 3592895"/>
                <a:gd name="connsiteY3" fmla="*/ 6885432 h 689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2895" h="6899132">
                  <a:moveTo>
                    <a:pt x="1662729" y="6885432"/>
                  </a:moveTo>
                  <a:lnTo>
                    <a:pt x="0" y="0"/>
                  </a:lnTo>
                  <a:lnTo>
                    <a:pt x="3592895" y="6899132"/>
                  </a:lnTo>
                  <a:lnTo>
                    <a:pt x="1662729" y="6885432"/>
                  </a:lnTo>
                </a:path>
              </a:pathLst>
            </a:custGeom>
            <a:solidFill>
              <a:schemeClr val="accent3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61962" y="2357419"/>
            <a:ext cx="10363199" cy="928705"/>
          </a:xfrm>
        </p:spPr>
        <p:txBody>
          <a:bodyPr anchor="t"/>
          <a:lstStyle>
            <a:lvl1pPr algn="l">
              <a:defRPr sz="5400" b="0" cap="all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61962" y="1807030"/>
            <a:ext cx="10363199" cy="550390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21794FCA-B30B-4B0B-A06E-872BCCC939B8}" type="datetime1">
              <a:rPr lang="ko-KR" altLang="en-US"/>
              <a:pPr>
                <a:defRPr lang="ko-KR" altLang="en-US"/>
              </a:pPr>
              <a:t>2025-06-19</a:t>
            </a:fld>
            <a:endParaRPr lang="en-US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en-US" altLang="en-US"/>
              <a:pPr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529691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82B4FBC9-0152-4321-B5AE-8A4D40C68623}" type="datetime1">
              <a:rPr lang="ko-KR" altLang="en-US"/>
              <a:pPr>
                <a:defRPr lang="ko-KR" altLang="en-US"/>
              </a:pPr>
              <a:t>2025-06-19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65916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F5271060-A817-4E00-9021-886881503EBB}" type="datetime1">
              <a:rPr lang="ko-KR" altLang="en-US"/>
              <a:pPr>
                <a:defRPr lang="ko-KR" altLang="en-US"/>
              </a:pPr>
              <a:t>2025-06-19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431799" y="123802"/>
            <a:ext cx="11302999" cy="939784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9131252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 noTextEdit="1"/>
          </p:cNvSpPr>
          <p:nvPr>
            <p:ph type="tbl" sz="quarter" idx="13"/>
          </p:nvPr>
        </p:nvSpPr>
        <p:spPr>
          <a:xfrm>
            <a:off x="608037" y="1214422"/>
            <a:ext cx="10972799" cy="4953841"/>
          </a:xfrm>
        </p:spPr>
        <p:txBody>
          <a:bodyPr/>
          <a:lstStyle>
            <a:lvl1pPr>
              <a:buNone/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표를 추가하려면 아이콘을 클릭하십시오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2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47ABBE4F-A180-451B-976B-207E95DDA7FB}" type="datetime1">
              <a:rPr lang="ko-KR" altLang="en-US"/>
              <a:pPr>
                <a:defRPr lang="ko-KR" altLang="en-US"/>
              </a:pPr>
              <a:t>2025-06-19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32080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277872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277872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786190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7" y="3786190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0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F0DB8ECF-E18C-4D8D-A7A0-FA2FABCA5290}" type="datetime1">
              <a:rPr lang="ko-KR" altLang="en-US"/>
              <a:pPr>
                <a:defRPr lang="ko-KR" altLang="en-US"/>
              </a:pPr>
              <a:t>2025-06-19</a:t>
            </a:fld>
            <a:endParaRPr lang="ko-KR" altLang="en-US"/>
          </a:p>
        </p:txBody>
      </p:sp>
      <p:sp>
        <p:nvSpPr>
          <p:cNvPr id="11" name="바닥글 개체 틀 10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endParaRPr lang="ko-KR" alt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2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32751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각 삼각형 19"/>
          <p:cNvSpPr/>
          <p:nvPr/>
        </p:nvSpPr>
        <p:spPr>
          <a:xfrm rot="5400000">
            <a:off x="-3300803" y="3300663"/>
            <a:ext cx="6887028" cy="285709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en-US" altLang="ko-KR"/>
          </a:p>
        </p:txBody>
      </p:sp>
      <p:grpSp>
        <p:nvGrpSpPr>
          <p:cNvPr id="21" name="그룹 20"/>
          <p:cNvGrpSpPr/>
          <p:nvPr/>
        </p:nvGrpSpPr>
        <p:grpSpPr>
          <a:xfrm flipH="1">
            <a:off x="-2" y="0"/>
            <a:ext cx="12192001" cy="6858001"/>
            <a:chOff x="-1" y="0"/>
            <a:chExt cx="9144001" cy="6858001"/>
          </a:xfrm>
        </p:grpSpPr>
        <p:sp>
          <p:nvSpPr>
            <p:cNvPr id="22" name="자유형: 도형 21"/>
            <p:cNvSpPr/>
            <p:nvPr/>
          </p:nvSpPr>
          <p:spPr>
            <a:xfrm>
              <a:off x="0" y="6184705"/>
              <a:ext cx="2309196" cy="673295"/>
            </a:xfrm>
            <a:custGeom>
              <a:avLst/>
              <a:gdLst>
                <a:gd name="connsiteX0" fmla="*/ 1754 w 1942"/>
                <a:gd name="connsiteY0" fmla="*/ 0 h 560"/>
                <a:gd name="connsiteX1" fmla="*/ 0 w 1942"/>
                <a:gd name="connsiteY1" fmla="*/ 367 h 560"/>
                <a:gd name="connsiteX2" fmla="*/ 0 w 1942"/>
                <a:gd name="connsiteY2" fmla="*/ 560 h 560"/>
                <a:gd name="connsiteX3" fmla="*/ 1942 w 1942"/>
                <a:gd name="connsiteY3" fmla="*/ 560 h 560"/>
                <a:gd name="connsiteX4" fmla="*/ 1754 w 1942"/>
                <a:gd name="connsiteY4" fmla="*/ 0 h 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" h="560">
                  <a:moveTo>
                    <a:pt x="1754" y="0"/>
                  </a:moveTo>
                  <a:lnTo>
                    <a:pt x="0" y="367"/>
                  </a:lnTo>
                  <a:lnTo>
                    <a:pt x="0" y="560"/>
                  </a:lnTo>
                  <a:lnTo>
                    <a:pt x="1942" y="560"/>
                  </a:lnTo>
                  <a:cubicBezTo>
                    <a:pt x="1879" y="373"/>
                    <a:pt x="1817" y="187"/>
                    <a:pt x="1754" y="0"/>
                  </a:cubicBezTo>
                </a:path>
              </a:pathLst>
            </a:custGeom>
            <a:solidFill>
              <a:schemeClr val="accent2">
                <a:lumMod val="50000"/>
                <a:lumOff val="50000"/>
                <a:alpha val="20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grpSp>
          <p:nvGrpSpPr>
            <p:cNvPr id="23" name="그룹 22"/>
            <p:cNvGrpSpPr/>
            <p:nvPr/>
          </p:nvGrpSpPr>
          <p:grpSpPr>
            <a:xfrm>
              <a:off x="-1" y="0"/>
              <a:ext cx="9144001" cy="6858001"/>
              <a:chOff x="-1" y="0"/>
              <a:chExt cx="9144001" cy="6858001"/>
            </a:xfrm>
          </p:grpSpPr>
          <p:sp>
            <p:nvSpPr>
              <p:cNvPr id="24" name="자유형: 도형 23"/>
              <p:cNvSpPr/>
              <p:nvPr/>
            </p:nvSpPr>
            <p:spPr>
              <a:xfrm>
                <a:off x="428023" y="0"/>
                <a:ext cx="2026194" cy="3135635"/>
              </a:xfrm>
              <a:custGeom>
                <a:avLst/>
                <a:gdLst/>
                <a:ahLst/>
                <a:cxnLst>
                  <a:cxn ang="0">
                    <a:pos x="1704" y="0"/>
                  </a:cxn>
                  <a:cxn ang="0">
                    <a:pos x="0" y="0"/>
                  </a:cxn>
                  <a:cxn ang="0">
                    <a:pos x="711" y="2609"/>
                  </a:cxn>
                  <a:cxn ang="0">
                    <a:pos x="1704" y="0"/>
                  </a:cxn>
                </a:cxnLst>
                <a:rect l="0" t="0" r="r" b="b"/>
                <a:pathLst>
                  <a:path w="1704" h="2609">
                    <a:moveTo>
                      <a:pt x="1704" y="0"/>
                    </a:moveTo>
                    <a:lnTo>
                      <a:pt x="0" y="0"/>
                    </a:lnTo>
                    <a:lnTo>
                      <a:pt x="711" y="2609"/>
                    </a:lnTo>
                    <a:lnTo>
                      <a:pt x="1704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  <a:alpha val="80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5" name="자유형: 도형 24"/>
              <p:cNvSpPr/>
              <p:nvPr/>
            </p:nvSpPr>
            <p:spPr>
              <a:xfrm>
                <a:off x="6028605" y="4696234"/>
                <a:ext cx="3115394" cy="1976604"/>
              </a:xfrm>
              <a:custGeom>
                <a:avLst/>
                <a:gdLst>
                  <a:gd name="connsiteX0" fmla="*/ 2610 w 2610"/>
                  <a:gd name="connsiteY0" fmla="*/ 0 h 1645"/>
                  <a:gd name="connsiteX1" fmla="*/ 0 w 2610"/>
                  <a:gd name="connsiteY1" fmla="*/ 535 h 1645"/>
                  <a:gd name="connsiteX2" fmla="*/ 2610 w 2610"/>
                  <a:gd name="connsiteY2" fmla="*/ 1645 h 1645"/>
                  <a:gd name="connsiteX3" fmla="*/ 2610 w 2610"/>
                  <a:gd name="connsiteY3" fmla="*/ 0 h 1645"/>
                  <a:gd name="connsiteX0" fmla="*/ 2620 w 2620"/>
                  <a:gd name="connsiteY0" fmla="*/ 0 h 1645"/>
                  <a:gd name="connsiteX1" fmla="*/ 0 w 2620"/>
                  <a:gd name="connsiteY1" fmla="*/ 541 h 1645"/>
                  <a:gd name="connsiteX2" fmla="*/ 2620 w 2620"/>
                  <a:gd name="connsiteY2" fmla="*/ 1645 h 1645"/>
                  <a:gd name="connsiteX3" fmla="*/ 2620 w 2620"/>
                  <a:gd name="connsiteY3" fmla="*/ 0 h 1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0" h="1645">
                    <a:moveTo>
                      <a:pt x="2620" y="0"/>
                    </a:moveTo>
                    <a:lnTo>
                      <a:pt x="0" y="541"/>
                    </a:lnTo>
                    <a:lnTo>
                      <a:pt x="2620" y="1645"/>
                    </a:lnTo>
                    <a:lnTo>
                      <a:pt x="2620" y="0"/>
                    </a:lnTo>
                  </a:path>
                </a:pathLst>
              </a:custGeom>
              <a:solidFill>
                <a:schemeClr val="accent2">
                  <a:lumMod val="50000"/>
                  <a:lumOff val="50000"/>
                  <a:alpha val="20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6" name="자유형: 도형 25"/>
              <p:cNvSpPr/>
              <p:nvPr/>
            </p:nvSpPr>
            <p:spPr>
              <a:xfrm>
                <a:off x="2089194" y="5345523"/>
                <a:ext cx="7054806" cy="1512478"/>
              </a:xfrm>
              <a:custGeom>
                <a:avLst/>
                <a:gdLst>
                  <a:gd name="connsiteX0" fmla="*/ 3491 w 5944"/>
                  <a:gd name="connsiteY0" fmla="*/ 0 h 1293"/>
                  <a:gd name="connsiteX1" fmla="*/ 0 w 5944"/>
                  <a:gd name="connsiteY1" fmla="*/ 743 h 1293"/>
                  <a:gd name="connsiteX2" fmla="*/ 194 w 5944"/>
                  <a:gd name="connsiteY2" fmla="*/ 1293 h 1293"/>
                  <a:gd name="connsiteX3" fmla="*/ 5944 w 5944"/>
                  <a:gd name="connsiteY3" fmla="*/ 1293 h 1293"/>
                  <a:gd name="connsiteX4" fmla="*/ 5944 w 5944"/>
                  <a:gd name="connsiteY4" fmla="*/ 1130 h 1293"/>
                  <a:gd name="connsiteX5" fmla="*/ 3491 w 5944"/>
                  <a:gd name="connsiteY5" fmla="*/ 0 h 1293"/>
                  <a:gd name="connsiteX0" fmla="*/ 3347 w 5944"/>
                  <a:gd name="connsiteY0" fmla="*/ 0 h 1264"/>
                  <a:gd name="connsiteX1" fmla="*/ 0 w 5944"/>
                  <a:gd name="connsiteY1" fmla="*/ 714 h 1264"/>
                  <a:gd name="connsiteX2" fmla="*/ 194 w 5944"/>
                  <a:gd name="connsiteY2" fmla="*/ 1264 h 1264"/>
                  <a:gd name="connsiteX3" fmla="*/ 5944 w 5944"/>
                  <a:gd name="connsiteY3" fmla="*/ 1264 h 1264"/>
                  <a:gd name="connsiteX4" fmla="*/ 5944 w 5944"/>
                  <a:gd name="connsiteY4" fmla="*/ 1101 h 1264"/>
                  <a:gd name="connsiteX5" fmla="*/ 3347 w 5944"/>
                  <a:gd name="connsiteY5" fmla="*/ 0 h 1264"/>
                  <a:gd name="connsiteX0" fmla="*/ 3323 w 5944"/>
                  <a:gd name="connsiteY0" fmla="*/ 0 h 1257"/>
                  <a:gd name="connsiteX1" fmla="*/ 0 w 5944"/>
                  <a:gd name="connsiteY1" fmla="*/ 707 h 1257"/>
                  <a:gd name="connsiteX2" fmla="*/ 194 w 5944"/>
                  <a:gd name="connsiteY2" fmla="*/ 1257 h 1257"/>
                  <a:gd name="connsiteX3" fmla="*/ 5944 w 5944"/>
                  <a:gd name="connsiteY3" fmla="*/ 1257 h 1257"/>
                  <a:gd name="connsiteX4" fmla="*/ 5944 w 5944"/>
                  <a:gd name="connsiteY4" fmla="*/ 1094 h 1257"/>
                  <a:gd name="connsiteX5" fmla="*/ 3323 w 5944"/>
                  <a:gd name="connsiteY5" fmla="*/ 0 h 1257"/>
                  <a:gd name="connsiteX0" fmla="*/ 3279 w 5900"/>
                  <a:gd name="connsiteY0" fmla="*/ 0 h 1257"/>
                  <a:gd name="connsiteX1" fmla="*/ 0 w 5900"/>
                  <a:gd name="connsiteY1" fmla="*/ 687 h 1257"/>
                  <a:gd name="connsiteX2" fmla="*/ 150 w 5900"/>
                  <a:gd name="connsiteY2" fmla="*/ 1257 h 1257"/>
                  <a:gd name="connsiteX3" fmla="*/ 5900 w 5900"/>
                  <a:gd name="connsiteY3" fmla="*/ 1257 h 1257"/>
                  <a:gd name="connsiteX4" fmla="*/ 5900 w 5900"/>
                  <a:gd name="connsiteY4" fmla="*/ 1094 h 1257"/>
                  <a:gd name="connsiteX5" fmla="*/ 3279 w 5900"/>
                  <a:gd name="connsiteY5" fmla="*/ 0 h 1257"/>
                  <a:gd name="connsiteX0" fmla="*/ 3314 w 5935"/>
                  <a:gd name="connsiteY0" fmla="*/ 0 h 1257"/>
                  <a:gd name="connsiteX1" fmla="*/ 0 w 5935"/>
                  <a:gd name="connsiteY1" fmla="*/ 695 h 1257"/>
                  <a:gd name="connsiteX2" fmla="*/ 185 w 5935"/>
                  <a:gd name="connsiteY2" fmla="*/ 1257 h 1257"/>
                  <a:gd name="connsiteX3" fmla="*/ 5935 w 5935"/>
                  <a:gd name="connsiteY3" fmla="*/ 1257 h 1257"/>
                  <a:gd name="connsiteX4" fmla="*/ 5935 w 5935"/>
                  <a:gd name="connsiteY4" fmla="*/ 1094 h 1257"/>
                  <a:gd name="connsiteX5" fmla="*/ 3314 w 5935"/>
                  <a:gd name="connsiteY5" fmla="*/ 0 h 1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35" h="1257">
                    <a:moveTo>
                      <a:pt x="3314" y="0"/>
                    </a:moveTo>
                    <a:lnTo>
                      <a:pt x="0" y="695"/>
                    </a:lnTo>
                    <a:cubicBezTo>
                      <a:pt x="51" y="884"/>
                      <a:pt x="134" y="1068"/>
                      <a:pt x="185" y="1257"/>
                    </a:cubicBezTo>
                    <a:lnTo>
                      <a:pt x="5935" y="1257"/>
                    </a:lnTo>
                    <a:lnTo>
                      <a:pt x="5935" y="1094"/>
                    </a:lnTo>
                    <a:lnTo>
                      <a:pt x="3314" y="0"/>
                    </a:lnTo>
                  </a:path>
                </a:pathLst>
              </a:custGeom>
              <a:solidFill>
                <a:schemeClr val="accent2">
                  <a:lumMod val="25000"/>
                  <a:lumOff val="75000"/>
                  <a:alpha val="32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7" name="자유형: 도형 26"/>
              <p:cNvSpPr/>
              <p:nvPr/>
            </p:nvSpPr>
            <p:spPr>
              <a:xfrm>
                <a:off x="-1" y="0"/>
                <a:ext cx="1281830" cy="3138040"/>
              </a:xfrm>
              <a:custGeom>
                <a:avLst/>
                <a:gdLst/>
                <a:ahLst/>
                <a:cxnLst>
                  <a:cxn ang="0">
                    <a:pos x="372" y="0"/>
                  </a:cxn>
                  <a:cxn ang="0">
                    <a:pos x="1" y="0"/>
                  </a:cxn>
                  <a:cxn ang="0">
                    <a:pos x="0" y="2121"/>
                  </a:cxn>
                  <a:cxn ang="0">
                    <a:pos x="1078" y="2609"/>
                  </a:cxn>
                  <a:cxn ang="0">
                    <a:pos x="372" y="0"/>
                  </a:cxn>
                </a:cxnLst>
                <a:rect l="0" t="0" r="r" b="b"/>
                <a:pathLst>
                  <a:path w="1078" h="2609">
                    <a:moveTo>
                      <a:pt x="372" y="0"/>
                    </a:moveTo>
                    <a:lnTo>
                      <a:pt x="1" y="0"/>
                    </a:lnTo>
                    <a:lnTo>
                      <a:pt x="0" y="2121"/>
                    </a:lnTo>
                    <a:lnTo>
                      <a:pt x="1078" y="2609"/>
                    </a:lnTo>
                    <a:lnTo>
                      <a:pt x="372" y="0"/>
                    </a:lnTo>
                  </a:path>
                </a:pathLst>
              </a:custGeom>
              <a:solidFill>
                <a:schemeClr val="accent1">
                  <a:alpha val="75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8" name="자유형: 도형 27"/>
              <p:cNvSpPr/>
              <p:nvPr/>
            </p:nvSpPr>
            <p:spPr>
              <a:xfrm>
                <a:off x="0" y="3143248"/>
                <a:ext cx="2088010" cy="3477128"/>
              </a:xfrm>
              <a:custGeom>
                <a:avLst/>
                <a:gdLst>
                  <a:gd name="connsiteX0" fmla="*/ 1074 w 1779"/>
                  <a:gd name="connsiteY0" fmla="*/ 0 h 2893"/>
                  <a:gd name="connsiteX1" fmla="*/ 0 w 1779"/>
                  <a:gd name="connsiteY1" fmla="*/ 2893 h 2893"/>
                  <a:gd name="connsiteX2" fmla="*/ 1779 w 1779"/>
                  <a:gd name="connsiteY2" fmla="*/ 2604 h 2893"/>
                  <a:gd name="connsiteX3" fmla="*/ 1074 w 1779"/>
                  <a:gd name="connsiteY3" fmla="*/ 0 h 2893"/>
                  <a:gd name="connsiteX0" fmla="*/ 1074 w 1755"/>
                  <a:gd name="connsiteY0" fmla="*/ 0 h 2893"/>
                  <a:gd name="connsiteX1" fmla="*/ 0 w 1755"/>
                  <a:gd name="connsiteY1" fmla="*/ 2893 h 2893"/>
                  <a:gd name="connsiteX2" fmla="*/ 1755 w 1755"/>
                  <a:gd name="connsiteY2" fmla="*/ 2525 h 2893"/>
                  <a:gd name="connsiteX3" fmla="*/ 1074 w 1755"/>
                  <a:gd name="connsiteY3" fmla="*/ 0 h 2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5" h="2893">
                    <a:moveTo>
                      <a:pt x="1074" y="0"/>
                    </a:moveTo>
                    <a:lnTo>
                      <a:pt x="0" y="2893"/>
                    </a:lnTo>
                    <a:lnTo>
                      <a:pt x="1755" y="2525"/>
                    </a:lnTo>
                    <a:lnTo>
                      <a:pt x="1074" y="0"/>
                    </a:lnTo>
                  </a:path>
                </a:pathLst>
              </a:custGeom>
              <a:solidFill>
                <a:schemeClr val="accent2">
                  <a:lumMod val="50000"/>
                  <a:lumOff val="50000"/>
                  <a:alpha val="25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9" name="자유형: 도형 28"/>
              <p:cNvSpPr/>
              <p:nvPr/>
            </p:nvSpPr>
            <p:spPr>
              <a:xfrm>
                <a:off x="1" y="2551106"/>
                <a:ext cx="1285398" cy="4121532"/>
              </a:xfrm>
              <a:custGeom>
                <a:avLst/>
                <a:gdLst>
                  <a:gd name="connsiteX0" fmla="*/ 0 w 1081"/>
                  <a:gd name="connsiteY0" fmla="*/ 0 h 3427"/>
                  <a:gd name="connsiteX1" fmla="*/ 0 w 1081"/>
                  <a:gd name="connsiteY1" fmla="*/ 3427 h 3427"/>
                  <a:gd name="connsiteX2" fmla="*/ 1081 w 1081"/>
                  <a:gd name="connsiteY2" fmla="*/ 490 h 3427"/>
                  <a:gd name="connsiteX3" fmla="*/ 0 w 1081"/>
                  <a:gd name="connsiteY3" fmla="*/ 0 h 3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1" h="3427">
                    <a:moveTo>
                      <a:pt x="0" y="0"/>
                    </a:moveTo>
                    <a:lnTo>
                      <a:pt x="0" y="3427"/>
                    </a:lnTo>
                    <a:lnTo>
                      <a:pt x="1081" y="49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3">
                  <a:lumMod val="40000"/>
                  <a:lumOff val="60000"/>
                  <a:alpha val="50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</p:grp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52463" y="4772044"/>
            <a:ext cx="8680109" cy="566738"/>
          </a:xfrm>
        </p:spPr>
        <p:txBody>
          <a:bodyPr anchor="b"/>
          <a:lstStyle>
            <a:lvl1pPr algn="l">
              <a:defRPr sz="20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 noTextEdit="1"/>
          </p:cNvSpPr>
          <p:nvPr>
            <p:ph type="pic" idx="1"/>
          </p:nvPr>
        </p:nvSpPr>
        <p:spPr>
          <a:xfrm>
            <a:off x="952463" y="584219"/>
            <a:ext cx="868010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952463" y="5338782"/>
            <a:ext cx="868010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18" name="날짜 개체 틀 17"/>
          <p:cNvSpPr>
            <a:spLocks noGrp="1"/>
          </p:cNvSpPr>
          <p:nvPr>
            <p:ph type="dt" sz="half" idx="10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8C9FE912-2C94-4152-970B-97CA7CEA7709}" type="datetime1">
              <a:rPr lang="ko-KR" altLang="en-US"/>
              <a:pPr>
                <a:defRPr lang="ko-KR" altLang="en-US"/>
              </a:pPr>
              <a:t>2025-06-19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endParaRPr lang="ko-KR" altLang="en-US"/>
          </a:p>
        </p:txBody>
      </p:sp>
      <p:sp>
        <p:nvSpPr>
          <p:cNvPr id="30" name="슬라이드 번호 개체 틀 29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20028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-73151" y="3141915"/>
            <a:ext cx="12305046" cy="3716088"/>
            <a:chOff x="-28573" y="3141915"/>
            <a:chExt cx="9202494" cy="3716088"/>
          </a:xfrm>
        </p:grpSpPr>
        <p:sp>
          <p:nvSpPr>
            <p:cNvPr id="7" name="자유형: 도형 6"/>
            <p:cNvSpPr/>
            <p:nvPr/>
          </p:nvSpPr>
          <p:spPr>
            <a:xfrm rot="10800000" flipH="1">
              <a:off x="13414" y="5642418"/>
              <a:ext cx="3665145" cy="1074154"/>
            </a:xfrm>
            <a:custGeom>
              <a:avLst/>
              <a:gdLst>
                <a:gd name="connsiteX0" fmla="*/ 0 w 2715"/>
                <a:gd name="connsiteY0" fmla="*/ 0 h 1458"/>
                <a:gd name="connsiteX1" fmla="*/ 0 w 2715"/>
                <a:gd name="connsiteY1" fmla="*/ 1458 h 1458"/>
                <a:gd name="connsiteX2" fmla="*/ 2715 w 2715"/>
                <a:gd name="connsiteY2" fmla="*/ 909 h 1458"/>
                <a:gd name="connsiteX3" fmla="*/ 0 w 2715"/>
                <a:gd name="connsiteY3" fmla="*/ 0 h 1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5" h="1458">
                  <a:moveTo>
                    <a:pt x="0" y="0"/>
                  </a:moveTo>
                  <a:lnTo>
                    <a:pt x="0" y="1458"/>
                  </a:lnTo>
                  <a:lnTo>
                    <a:pt x="2715" y="909"/>
                  </a:lnTo>
                  <a:lnTo>
                    <a:pt x="0" y="0"/>
                  </a:lnTo>
                </a:path>
              </a:pathLst>
            </a:custGeom>
            <a:solidFill>
              <a:schemeClr val="accent1">
                <a:lumMod val="40000"/>
                <a:lumOff val="60000"/>
                <a:alpha val="58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8" name="자유형: 도형 7"/>
            <p:cNvSpPr/>
            <p:nvPr/>
          </p:nvSpPr>
          <p:spPr>
            <a:xfrm rot="10800000" flipH="1">
              <a:off x="8017" y="6050481"/>
              <a:ext cx="9154154" cy="807522"/>
            </a:xfrm>
            <a:custGeom>
              <a:avLst/>
              <a:gdLst>
                <a:gd name="connsiteX0" fmla="*/ 6774 w 6774"/>
                <a:gd name="connsiteY0" fmla="*/ 0 h 1097"/>
                <a:gd name="connsiteX1" fmla="*/ 0 w 6774"/>
                <a:gd name="connsiteY1" fmla="*/ 0 h 1097"/>
                <a:gd name="connsiteX2" fmla="*/ 0 w 6774"/>
                <a:gd name="connsiteY2" fmla="*/ 194 h 1097"/>
                <a:gd name="connsiteX3" fmla="*/ 2700 w 6774"/>
                <a:gd name="connsiteY3" fmla="*/ 1097 h 1097"/>
                <a:gd name="connsiteX4" fmla="*/ 6774 w 6774"/>
                <a:gd name="connsiteY4" fmla="*/ 282 h 1097"/>
                <a:gd name="connsiteX5" fmla="*/ 6774 w 6774"/>
                <a:gd name="connsiteY5" fmla="*/ 0 h 1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74" h="1097">
                  <a:moveTo>
                    <a:pt x="6774" y="0"/>
                  </a:moveTo>
                  <a:lnTo>
                    <a:pt x="0" y="0"/>
                  </a:lnTo>
                  <a:lnTo>
                    <a:pt x="0" y="194"/>
                  </a:lnTo>
                  <a:lnTo>
                    <a:pt x="2700" y="1097"/>
                  </a:lnTo>
                  <a:lnTo>
                    <a:pt x="6774" y="282"/>
                  </a:lnTo>
                  <a:lnTo>
                    <a:pt x="6774" y="0"/>
                  </a:lnTo>
                </a:path>
              </a:pathLst>
            </a:custGeom>
            <a:solidFill>
              <a:schemeClr val="accent1">
                <a:alpha val="75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9" name="자유형: 도형 8"/>
            <p:cNvSpPr/>
            <p:nvPr/>
          </p:nvSpPr>
          <p:spPr>
            <a:xfrm rot="10800000">
              <a:off x="3672466" y="5238365"/>
              <a:ext cx="5490588" cy="1410652"/>
            </a:xfrm>
            <a:custGeom>
              <a:avLst/>
              <a:gdLst>
                <a:gd name="connsiteX0" fmla="*/ 5486400 w 5486400"/>
                <a:gd name="connsiteY0" fmla="*/ 1085850 h 2571750"/>
                <a:gd name="connsiteX1" fmla="*/ 0 w 5486400"/>
                <a:gd name="connsiteY1" fmla="*/ 0 h 2571750"/>
                <a:gd name="connsiteX2" fmla="*/ 0 w 5486400"/>
                <a:gd name="connsiteY2" fmla="*/ 95250 h 2571750"/>
                <a:gd name="connsiteX3" fmla="*/ 923925 w 5486400"/>
                <a:gd name="connsiteY3" fmla="*/ 2571750 h 2571750"/>
                <a:gd name="connsiteX4" fmla="*/ 5486400 w 5486400"/>
                <a:gd name="connsiteY4" fmla="*/ 1085850 h 257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0" h="2571750">
                  <a:moveTo>
                    <a:pt x="5486400" y="108585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923925" y="2571750"/>
                  </a:lnTo>
                  <a:lnTo>
                    <a:pt x="5486400" y="1085850"/>
                  </a:lnTo>
                </a:path>
              </a:pathLst>
            </a:custGeom>
            <a:solidFill>
              <a:srgbClr val="B6B8BA">
                <a:alpha val="38000"/>
              </a:srgb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자유형: 도형 9"/>
            <p:cNvSpPr/>
            <p:nvPr/>
          </p:nvSpPr>
          <p:spPr>
            <a:xfrm rot="10800000">
              <a:off x="8223873" y="5072085"/>
              <a:ext cx="931774" cy="1548196"/>
            </a:xfrm>
            <a:custGeom>
              <a:avLst/>
              <a:gdLst>
                <a:gd name="connsiteX0" fmla="*/ 0 w 571472"/>
                <a:gd name="connsiteY0" fmla="*/ 3000396 h 3000396"/>
                <a:gd name="connsiteX1" fmla="*/ 0 w 571472"/>
                <a:gd name="connsiteY1" fmla="*/ 0 h 3000396"/>
                <a:gd name="connsiteX2" fmla="*/ 571472 w 571472"/>
                <a:gd name="connsiteY2" fmla="*/ 3000396 h 3000396"/>
                <a:gd name="connsiteX3" fmla="*/ 0 w 571472"/>
                <a:gd name="connsiteY3" fmla="*/ 3000396 h 3000396"/>
                <a:gd name="connsiteX0" fmla="*/ 0 w 928630"/>
                <a:gd name="connsiteY0" fmla="*/ 3000396 h 3000396"/>
                <a:gd name="connsiteX1" fmla="*/ 0 w 928630"/>
                <a:gd name="connsiteY1" fmla="*/ 0 h 3000396"/>
                <a:gd name="connsiteX2" fmla="*/ 928630 w 928630"/>
                <a:gd name="connsiteY2" fmla="*/ 2500306 h 3000396"/>
                <a:gd name="connsiteX3" fmla="*/ 0 w 928630"/>
                <a:gd name="connsiteY3" fmla="*/ 3000396 h 3000396"/>
                <a:gd name="connsiteX0" fmla="*/ 9525 w 938155"/>
                <a:gd name="connsiteY0" fmla="*/ 3067050 h 3067050"/>
                <a:gd name="connsiteX1" fmla="*/ 0 w 938155"/>
                <a:gd name="connsiteY1" fmla="*/ 0 h 3067050"/>
                <a:gd name="connsiteX2" fmla="*/ 938155 w 938155"/>
                <a:gd name="connsiteY2" fmla="*/ 2566960 h 3067050"/>
                <a:gd name="connsiteX3" fmla="*/ 9525 w 938155"/>
                <a:gd name="connsiteY3" fmla="*/ 3067050 h 3067050"/>
                <a:gd name="connsiteX0" fmla="*/ 9525 w 928656"/>
                <a:gd name="connsiteY0" fmla="*/ 3067050 h 3067050"/>
                <a:gd name="connsiteX1" fmla="*/ 0 w 928656"/>
                <a:gd name="connsiteY1" fmla="*/ 0 h 3067050"/>
                <a:gd name="connsiteX2" fmla="*/ 928656 w 928656"/>
                <a:gd name="connsiteY2" fmla="*/ 2509813 h 3067050"/>
                <a:gd name="connsiteX3" fmla="*/ 9525 w 928656"/>
                <a:gd name="connsiteY3" fmla="*/ 3067050 h 3067050"/>
                <a:gd name="connsiteX0" fmla="*/ 9525 w 928656"/>
                <a:gd name="connsiteY0" fmla="*/ 2709836 h 2709836"/>
                <a:gd name="connsiteX1" fmla="*/ 0 w 928656"/>
                <a:gd name="connsiteY1" fmla="*/ 0 h 2709836"/>
                <a:gd name="connsiteX2" fmla="*/ 928656 w 928656"/>
                <a:gd name="connsiteY2" fmla="*/ 2509813 h 2709836"/>
                <a:gd name="connsiteX3" fmla="*/ 9525 w 928656"/>
                <a:gd name="connsiteY3" fmla="*/ 2709836 h 2709836"/>
                <a:gd name="connsiteX0" fmla="*/ 9525 w 928656"/>
                <a:gd name="connsiteY0" fmla="*/ 2781250 h 2781250"/>
                <a:gd name="connsiteX1" fmla="*/ 0 w 928656"/>
                <a:gd name="connsiteY1" fmla="*/ 0 h 2781250"/>
                <a:gd name="connsiteX2" fmla="*/ 928656 w 928656"/>
                <a:gd name="connsiteY2" fmla="*/ 2509813 h 2781250"/>
                <a:gd name="connsiteX3" fmla="*/ 9525 w 928656"/>
                <a:gd name="connsiteY3" fmla="*/ 2781250 h 2781250"/>
                <a:gd name="connsiteX0" fmla="*/ 9525 w 928656"/>
                <a:gd name="connsiteY0" fmla="*/ 2924102 h 2924102"/>
                <a:gd name="connsiteX1" fmla="*/ 0 w 928656"/>
                <a:gd name="connsiteY1" fmla="*/ 0 h 2924102"/>
                <a:gd name="connsiteX2" fmla="*/ 928656 w 928656"/>
                <a:gd name="connsiteY2" fmla="*/ 2509813 h 2924102"/>
                <a:gd name="connsiteX3" fmla="*/ 9525 w 928656"/>
                <a:gd name="connsiteY3" fmla="*/ 2924102 h 2924102"/>
                <a:gd name="connsiteX0" fmla="*/ 9525 w 931063"/>
                <a:gd name="connsiteY0" fmla="*/ 2924102 h 2924102"/>
                <a:gd name="connsiteX1" fmla="*/ 0 w 931063"/>
                <a:gd name="connsiteY1" fmla="*/ 0 h 2924102"/>
                <a:gd name="connsiteX2" fmla="*/ 931063 w 931063"/>
                <a:gd name="connsiteY2" fmla="*/ 2521723 h 2924102"/>
                <a:gd name="connsiteX3" fmla="*/ 9525 w 931063"/>
                <a:gd name="connsiteY3" fmla="*/ 2924102 h 2924102"/>
                <a:gd name="connsiteX0" fmla="*/ 0 w 931063"/>
                <a:gd name="connsiteY0" fmla="*/ 2805040 h 2805040"/>
                <a:gd name="connsiteX1" fmla="*/ 0 w 931063"/>
                <a:gd name="connsiteY1" fmla="*/ 0 h 2805040"/>
                <a:gd name="connsiteX2" fmla="*/ 931063 w 931063"/>
                <a:gd name="connsiteY2" fmla="*/ 2521723 h 2805040"/>
                <a:gd name="connsiteX3" fmla="*/ 0 w 931063"/>
                <a:gd name="connsiteY3" fmla="*/ 2805040 h 2805040"/>
                <a:gd name="connsiteX0" fmla="*/ 6350 w 931063"/>
                <a:gd name="connsiteY0" fmla="*/ 2822504 h 2822504"/>
                <a:gd name="connsiteX1" fmla="*/ 0 w 931063"/>
                <a:gd name="connsiteY1" fmla="*/ 0 h 2822504"/>
                <a:gd name="connsiteX2" fmla="*/ 931063 w 931063"/>
                <a:gd name="connsiteY2" fmla="*/ 2521723 h 2822504"/>
                <a:gd name="connsiteX3" fmla="*/ 6350 w 931063"/>
                <a:gd name="connsiteY3" fmla="*/ 2822504 h 2822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1063" h="2822504">
                  <a:moveTo>
                    <a:pt x="6350" y="2822504"/>
                  </a:moveTo>
                  <a:cubicBezTo>
                    <a:pt x="4233" y="1881669"/>
                    <a:pt x="2117" y="940835"/>
                    <a:pt x="0" y="0"/>
                  </a:cubicBezTo>
                  <a:lnTo>
                    <a:pt x="931063" y="2521723"/>
                  </a:lnTo>
                  <a:lnTo>
                    <a:pt x="6350" y="2822504"/>
                  </a:lnTo>
                </a:path>
              </a:pathLst>
            </a:custGeom>
            <a:solidFill>
              <a:schemeClr val="accent2">
                <a:lumMod val="50000"/>
                <a:lumOff val="50000"/>
                <a:alpha val="65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자유형: 도형 10"/>
            <p:cNvSpPr/>
            <p:nvPr/>
          </p:nvSpPr>
          <p:spPr>
            <a:xfrm rot="16200000">
              <a:off x="2776226" y="337116"/>
              <a:ext cx="3592895" cy="9202494"/>
            </a:xfrm>
            <a:custGeom>
              <a:avLst/>
              <a:gdLst>
                <a:gd name="connsiteX0" fmla="*/ 0 w 500066"/>
                <a:gd name="connsiteY0" fmla="*/ 6858000 h 6858000"/>
                <a:gd name="connsiteX1" fmla="*/ 250033 w 500066"/>
                <a:gd name="connsiteY1" fmla="*/ 0 h 6858000"/>
                <a:gd name="connsiteX2" fmla="*/ 500066 w 500066"/>
                <a:gd name="connsiteY2" fmla="*/ 6858000 h 6858000"/>
                <a:gd name="connsiteX3" fmla="*/ 0 w 500066"/>
                <a:gd name="connsiteY3" fmla="*/ 6858000 h 6858000"/>
                <a:gd name="connsiteX0" fmla="*/ 1638757 w 2138823"/>
                <a:gd name="connsiteY0" fmla="*/ 6876288 h 6876288"/>
                <a:gd name="connsiteX1" fmla="*/ 0 w 2138823"/>
                <a:gd name="connsiteY1" fmla="*/ 0 h 6876288"/>
                <a:gd name="connsiteX2" fmla="*/ 2138823 w 2138823"/>
                <a:gd name="connsiteY2" fmla="*/ 6876288 h 6876288"/>
                <a:gd name="connsiteX3" fmla="*/ 1638757 w 2138823"/>
                <a:gd name="connsiteY3" fmla="*/ 6876288 h 6876288"/>
                <a:gd name="connsiteX0" fmla="*/ 1662729 w 2162795"/>
                <a:gd name="connsiteY0" fmla="*/ 6885432 h 6885432"/>
                <a:gd name="connsiteX1" fmla="*/ 0 w 2162795"/>
                <a:gd name="connsiteY1" fmla="*/ 0 h 6885432"/>
                <a:gd name="connsiteX2" fmla="*/ 2162795 w 2162795"/>
                <a:gd name="connsiteY2" fmla="*/ 6885432 h 6885432"/>
                <a:gd name="connsiteX3" fmla="*/ 1662729 w 2162795"/>
                <a:gd name="connsiteY3" fmla="*/ 6885432 h 6885432"/>
                <a:gd name="connsiteX0" fmla="*/ 1662729 w 3592895"/>
                <a:gd name="connsiteY0" fmla="*/ 6885432 h 6899132"/>
                <a:gd name="connsiteX1" fmla="*/ 0 w 3592895"/>
                <a:gd name="connsiteY1" fmla="*/ 0 h 6899132"/>
                <a:gd name="connsiteX2" fmla="*/ 3592895 w 3592895"/>
                <a:gd name="connsiteY2" fmla="*/ 6899132 h 6899132"/>
                <a:gd name="connsiteX3" fmla="*/ 1662729 w 3592895"/>
                <a:gd name="connsiteY3" fmla="*/ 6885432 h 689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2895" h="6899132">
                  <a:moveTo>
                    <a:pt x="1662729" y="6885432"/>
                  </a:moveTo>
                  <a:lnTo>
                    <a:pt x="0" y="0"/>
                  </a:lnTo>
                  <a:lnTo>
                    <a:pt x="3592895" y="6899132"/>
                  </a:lnTo>
                  <a:lnTo>
                    <a:pt x="1662729" y="6885432"/>
                  </a:lnTo>
                </a:path>
              </a:pathLst>
            </a:custGeom>
            <a:solidFill>
              <a:schemeClr val="accent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30199" y="2673355"/>
            <a:ext cx="11531599" cy="1470025"/>
          </a:xfrm>
        </p:spPr>
        <p:txBody>
          <a:bodyPr/>
          <a:lstStyle>
            <a:lvl1pPr algn="ctr">
              <a:defRPr sz="54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</p:spPr>
        <p:txBody>
          <a:bodyPr/>
          <a:lstStyle/>
          <a:p>
            <a:pPr>
              <a:defRPr lang="ko-KR" altLang="en-US"/>
            </a:pPr>
            <a:fld id="{10BF683E-EC8C-4F1E-8017-25E57E2CE77B}" type="datetime1">
              <a:rPr lang="ko-KR" altLang="en-US"/>
              <a:pPr>
                <a:defRPr lang="ko-KR" altLang="en-US"/>
              </a:pPr>
              <a:t>2025-06-19</a:t>
            </a:fld>
            <a:endParaRPr lang="en-US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737599" y="6356350"/>
            <a:ext cx="2844799" cy="365125"/>
          </a:xfrm>
        </p:spPr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en-US" altLang="en-US"/>
              <a:pPr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838148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-1" y="0"/>
            <a:ext cx="12192001" cy="6858001"/>
            <a:chOff x="-1" y="0"/>
            <a:chExt cx="9144001" cy="6858001"/>
          </a:xfrm>
        </p:grpSpPr>
        <p:sp>
          <p:nvSpPr>
            <p:cNvPr id="8" name="자유형: 도형 7"/>
            <p:cNvSpPr/>
            <p:nvPr/>
          </p:nvSpPr>
          <p:spPr>
            <a:xfrm>
              <a:off x="0" y="6184705"/>
              <a:ext cx="2309196" cy="673295"/>
            </a:xfrm>
            <a:custGeom>
              <a:avLst/>
              <a:gdLst>
                <a:gd name="connsiteX0" fmla="*/ 1754 w 1942"/>
                <a:gd name="connsiteY0" fmla="*/ 0 h 560"/>
                <a:gd name="connsiteX1" fmla="*/ 0 w 1942"/>
                <a:gd name="connsiteY1" fmla="*/ 367 h 560"/>
                <a:gd name="connsiteX2" fmla="*/ 0 w 1942"/>
                <a:gd name="connsiteY2" fmla="*/ 560 h 560"/>
                <a:gd name="connsiteX3" fmla="*/ 1942 w 1942"/>
                <a:gd name="connsiteY3" fmla="*/ 560 h 560"/>
                <a:gd name="connsiteX4" fmla="*/ 1754 w 1942"/>
                <a:gd name="connsiteY4" fmla="*/ 0 h 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" h="560">
                  <a:moveTo>
                    <a:pt x="1754" y="0"/>
                  </a:moveTo>
                  <a:lnTo>
                    <a:pt x="0" y="367"/>
                  </a:lnTo>
                  <a:lnTo>
                    <a:pt x="0" y="560"/>
                  </a:lnTo>
                  <a:lnTo>
                    <a:pt x="1942" y="560"/>
                  </a:lnTo>
                  <a:cubicBezTo>
                    <a:pt x="1879" y="373"/>
                    <a:pt x="1817" y="187"/>
                    <a:pt x="1754" y="0"/>
                  </a:cubicBezTo>
                </a:path>
              </a:pathLst>
            </a:custGeom>
            <a:solidFill>
              <a:srgbClr val="B6B8BA">
                <a:alpha val="49000"/>
              </a:srgb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-1" y="0"/>
              <a:ext cx="9144001" cy="6858001"/>
              <a:chOff x="-1" y="0"/>
              <a:chExt cx="9144001" cy="6858001"/>
            </a:xfrm>
          </p:grpSpPr>
          <p:sp>
            <p:nvSpPr>
              <p:cNvPr id="10" name="자유형: 도형 9"/>
              <p:cNvSpPr/>
              <p:nvPr/>
            </p:nvSpPr>
            <p:spPr>
              <a:xfrm>
                <a:off x="428023" y="0"/>
                <a:ext cx="2026194" cy="3135635"/>
              </a:xfrm>
              <a:custGeom>
                <a:avLst/>
                <a:gdLst/>
                <a:ahLst/>
                <a:cxnLst>
                  <a:cxn ang="0">
                    <a:pos x="1704" y="0"/>
                  </a:cxn>
                  <a:cxn ang="0">
                    <a:pos x="0" y="0"/>
                  </a:cxn>
                  <a:cxn ang="0">
                    <a:pos x="711" y="2609"/>
                  </a:cxn>
                  <a:cxn ang="0">
                    <a:pos x="1704" y="0"/>
                  </a:cxn>
                </a:cxnLst>
                <a:rect l="0" t="0" r="r" b="b"/>
                <a:pathLst>
                  <a:path w="1704" h="2609">
                    <a:moveTo>
                      <a:pt x="1704" y="0"/>
                    </a:moveTo>
                    <a:lnTo>
                      <a:pt x="0" y="0"/>
                    </a:lnTo>
                    <a:lnTo>
                      <a:pt x="711" y="2609"/>
                    </a:lnTo>
                    <a:lnTo>
                      <a:pt x="1704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1" name="자유형: 도형 10"/>
              <p:cNvSpPr/>
              <p:nvPr/>
            </p:nvSpPr>
            <p:spPr>
              <a:xfrm>
                <a:off x="6028605" y="4696234"/>
                <a:ext cx="3115394" cy="1976604"/>
              </a:xfrm>
              <a:custGeom>
                <a:avLst/>
                <a:gdLst>
                  <a:gd name="connsiteX0" fmla="*/ 2610 w 2610"/>
                  <a:gd name="connsiteY0" fmla="*/ 0 h 1645"/>
                  <a:gd name="connsiteX1" fmla="*/ 0 w 2610"/>
                  <a:gd name="connsiteY1" fmla="*/ 535 h 1645"/>
                  <a:gd name="connsiteX2" fmla="*/ 2610 w 2610"/>
                  <a:gd name="connsiteY2" fmla="*/ 1645 h 1645"/>
                  <a:gd name="connsiteX3" fmla="*/ 2610 w 2610"/>
                  <a:gd name="connsiteY3" fmla="*/ 0 h 1645"/>
                  <a:gd name="connsiteX0" fmla="*/ 2620 w 2620"/>
                  <a:gd name="connsiteY0" fmla="*/ 0 h 1645"/>
                  <a:gd name="connsiteX1" fmla="*/ 0 w 2620"/>
                  <a:gd name="connsiteY1" fmla="*/ 541 h 1645"/>
                  <a:gd name="connsiteX2" fmla="*/ 2620 w 2620"/>
                  <a:gd name="connsiteY2" fmla="*/ 1645 h 1645"/>
                  <a:gd name="connsiteX3" fmla="*/ 2620 w 2620"/>
                  <a:gd name="connsiteY3" fmla="*/ 0 h 1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0" h="1645">
                    <a:moveTo>
                      <a:pt x="2620" y="0"/>
                    </a:moveTo>
                    <a:lnTo>
                      <a:pt x="0" y="541"/>
                    </a:lnTo>
                    <a:lnTo>
                      <a:pt x="2620" y="1645"/>
                    </a:lnTo>
                    <a:lnTo>
                      <a:pt x="2620" y="0"/>
                    </a:lnTo>
                  </a:path>
                </a:pathLst>
              </a:custGeom>
              <a:solidFill>
                <a:srgbClr val="B6B8BA">
                  <a:alpha val="59000"/>
                </a:srgb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2" name="자유형: 도형 11"/>
              <p:cNvSpPr/>
              <p:nvPr/>
            </p:nvSpPr>
            <p:spPr>
              <a:xfrm>
                <a:off x="2089194" y="5345523"/>
                <a:ext cx="7054806" cy="1512478"/>
              </a:xfrm>
              <a:custGeom>
                <a:avLst/>
                <a:gdLst>
                  <a:gd name="connsiteX0" fmla="*/ 3491 w 5944"/>
                  <a:gd name="connsiteY0" fmla="*/ 0 h 1293"/>
                  <a:gd name="connsiteX1" fmla="*/ 0 w 5944"/>
                  <a:gd name="connsiteY1" fmla="*/ 743 h 1293"/>
                  <a:gd name="connsiteX2" fmla="*/ 194 w 5944"/>
                  <a:gd name="connsiteY2" fmla="*/ 1293 h 1293"/>
                  <a:gd name="connsiteX3" fmla="*/ 5944 w 5944"/>
                  <a:gd name="connsiteY3" fmla="*/ 1293 h 1293"/>
                  <a:gd name="connsiteX4" fmla="*/ 5944 w 5944"/>
                  <a:gd name="connsiteY4" fmla="*/ 1130 h 1293"/>
                  <a:gd name="connsiteX5" fmla="*/ 3491 w 5944"/>
                  <a:gd name="connsiteY5" fmla="*/ 0 h 1293"/>
                  <a:gd name="connsiteX0" fmla="*/ 3347 w 5944"/>
                  <a:gd name="connsiteY0" fmla="*/ 0 h 1264"/>
                  <a:gd name="connsiteX1" fmla="*/ 0 w 5944"/>
                  <a:gd name="connsiteY1" fmla="*/ 714 h 1264"/>
                  <a:gd name="connsiteX2" fmla="*/ 194 w 5944"/>
                  <a:gd name="connsiteY2" fmla="*/ 1264 h 1264"/>
                  <a:gd name="connsiteX3" fmla="*/ 5944 w 5944"/>
                  <a:gd name="connsiteY3" fmla="*/ 1264 h 1264"/>
                  <a:gd name="connsiteX4" fmla="*/ 5944 w 5944"/>
                  <a:gd name="connsiteY4" fmla="*/ 1101 h 1264"/>
                  <a:gd name="connsiteX5" fmla="*/ 3347 w 5944"/>
                  <a:gd name="connsiteY5" fmla="*/ 0 h 1264"/>
                  <a:gd name="connsiteX0" fmla="*/ 3323 w 5944"/>
                  <a:gd name="connsiteY0" fmla="*/ 0 h 1257"/>
                  <a:gd name="connsiteX1" fmla="*/ 0 w 5944"/>
                  <a:gd name="connsiteY1" fmla="*/ 707 h 1257"/>
                  <a:gd name="connsiteX2" fmla="*/ 194 w 5944"/>
                  <a:gd name="connsiteY2" fmla="*/ 1257 h 1257"/>
                  <a:gd name="connsiteX3" fmla="*/ 5944 w 5944"/>
                  <a:gd name="connsiteY3" fmla="*/ 1257 h 1257"/>
                  <a:gd name="connsiteX4" fmla="*/ 5944 w 5944"/>
                  <a:gd name="connsiteY4" fmla="*/ 1094 h 1257"/>
                  <a:gd name="connsiteX5" fmla="*/ 3323 w 5944"/>
                  <a:gd name="connsiteY5" fmla="*/ 0 h 1257"/>
                  <a:gd name="connsiteX0" fmla="*/ 3279 w 5900"/>
                  <a:gd name="connsiteY0" fmla="*/ 0 h 1257"/>
                  <a:gd name="connsiteX1" fmla="*/ 0 w 5900"/>
                  <a:gd name="connsiteY1" fmla="*/ 687 h 1257"/>
                  <a:gd name="connsiteX2" fmla="*/ 150 w 5900"/>
                  <a:gd name="connsiteY2" fmla="*/ 1257 h 1257"/>
                  <a:gd name="connsiteX3" fmla="*/ 5900 w 5900"/>
                  <a:gd name="connsiteY3" fmla="*/ 1257 h 1257"/>
                  <a:gd name="connsiteX4" fmla="*/ 5900 w 5900"/>
                  <a:gd name="connsiteY4" fmla="*/ 1094 h 1257"/>
                  <a:gd name="connsiteX5" fmla="*/ 3279 w 5900"/>
                  <a:gd name="connsiteY5" fmla="*/ 0 h 1257"/>
                  <a:gd name="connsiteX0" fmla="*/ 3314 w 5935"/>
                  <a:gd name="connsiteY0" fmla="*/ 0 h 1257"/>
                  <a:gd name="connsiteX1" fmla="*/ 0 w 5935"/>
                  <a:gd name="connsiteY1" fmla="*/ 695 h 1257"/>
                  <a:gd name="connsiteX2" fmla="*/ 185 w 5935"/>
                  <a:gd name="connsiteY2" fmla="*/ 1257 h 1257"/>
                  <a:gd name="connsiteX3" fmla="*/ 5935 w 5935"/>
                  <a:gd name="connsiteY3" fmla="*/ 1257 h 1257"/>
                  <a:gd name="connsiteX4" fmla="*/ 5935 w 5935"/>
                  <a:gd name="connsiteY4" fmla="*/ 1094 h 1257"/>
                  <a:gd name="connsiteX5" fmla="*/ 3314 w 5935"/>
                  <a:gd name="connsiteY5" fmla="*/ 0 h 1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35" h="1257">
                    <a:moveTo>
                      <a:pt x="3314" y="0"/>
                    </a:moveTo>
                    <a:lnTo>
                      <a:pt x="0" y="695"/>
                    </a:lnTo>
                    <a:cubicBezTo>
                      <a:pt x="51" y="884"/>
                      <a:pt x="134" y="1068"/>
                      <a:pt x="185" y="1257"/>
                    </a:cubicBezTo>
                    <a:lnTo>
                      <a:pt x="5935" y="1257"/>
                    </a:lnTo>
                    <a:lnTo>
                      <a:pt x="5935" y="1094"/>
                    </a:lnTo>
                    <a:lnTo>
                      <a:pt x="3314" y="0"/>
                    </a:lnTo>
                  </a:path>
                </a:pathLst>
              </a:custGeom>
              <a:solidFill>
                <a:srgbClr val="B6B8BA">
                  <a:alpha val="49000"/>
                </a:srgb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3" name="자유형: 도형 12"/>
              <p:cNvSpPr/>
              <p:nvPr/>
            </p:nvSpPr>
            <p:spPr>
              <a:xfrm>
                <a:off x="-1" y="0"/>
                <a:ext cx="1281830" cy="3138040"/>
              </a:xfrm>
              <a:custGeom>
                <a:avLst/>
                <a:gdLst/>
                <a:ahLst/>
                <a:cxnLst>
                  <a:cxn ang="0">
                    <a:pos x="372" y="0"/>
                  </a:cxn>
                  <a:cxn ang="0">
                    <a:pos x="1" y="0"/>
                  </a:cxn>
                  <a:cxn ang="0">
                    <a:pos x="0" y="2121"/>
                  </a:cxn>
                  <a:cxn ang="0">
                    <a:pos x="1078" y="2609"/>
                  </a:cxn>
                  <a:cxn ang="0">
                    <a:pos x="372" y="0"/>
                  </a:cxn>
                </a:cxnLst>
                <a:rect l="0" t="0" r="r" b="b"/>
                <a:pathLst>
                  <a:path w="1078" h="2609">
                    <a:moveTo>
                      <a:pt x="372" y="0"/>
                    </a:moveTo>
                    <a:lnTo>
                      <a:pt x="1" y="0"/>
                    </a:lnTo>
                    <a:lnTo>
                      <a:pt x="0" y="2121"/>
                    </a:lnTo>
                    <a:lnTo>
                      <a:pt x="1078" y="2609"/>
                    </a:lnTo>
                    <a:lnTo>
                      <a:pt x="372" y="0"/>
                    </a:lnTo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4" name="자유형: 도형 13"/>
              <p:cNvSpPr/>
              <p:nvPr/>
            </p:nvSpPr>
            <p:spPr>
              <a:xfrm>
                <a:off x="0" y="3143248"/>
                <a:ext cx="2088010" cy="3477128"/>
              </a:xfrm>
              <a:custGeom>
                <a:avLst/>
                <a:gdLst>
                  <a:gd name="connsiteX0" fmla="*/ 1074 w 1779"/>
                  <a:gd name="connsiteY0" fmla="*/ 0 h 2893"/>
                  <a:gd name="connsiteX1" fmla="*/ 0 w 1779"/>
                  <a:gd name="connsiteY1" fmla="*/ 2893 h 2893"/>
                  <a:gd name="connsiteX2" fmla="*/ 1779 w 1779"/>
                  <a:gd name="connsiteY2" fmla="*/ 2604 h 2893"/>
                  <a:gd name="connsiteX3" fmla="*/ 1074 w 1779"/>
                  <a:gd name="connsiteY3" fmla="*/ 0 h 2893"/>
                  <a:gd name="connsiteX0" fmla="*/ 1074 w 1755"/>
                  <a:gd name="connsiteY0" fmla="*/ 0 h 2893"/>
                  <a:gd name="connsiteX1" fmla="*/ 0 w 1755"/>
                  <a:gd name="connsiteY1" fmla="*/ 2893 h 2893"/>
                  <a:gd name="connsiteX2" fmla="*/ 1755 w 1755"/>
                  <a:gd name="connsiteY2" fmla="*/ 2525 h 2893"/>
                  <a:gd name="connsiteX3" fmla="*/ 1074 w 1755"/>
                  <a:gd name="connsiteY3" fmla="*/ 0 h 2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5" h="2893">
                    <a:moveTo>
                      <a:pt x="1074" y="0"/>
                    </a:moveTo>
                    <a:lnTo>
                      <a:pt x="0" y="2893"/>
                    </a:lnTo>
                    <a:lnTo>
                      <a:pt x="1755" y="2525"/>
                    </a:lnTo>
                    <a:lnTo>
                      <a:pt x="1074" y="0"/>
                    </a:lnTo>
                  </a:path>
                </a:pathLst>
              </a:custGeom>
              <a:solidFill>
                <a:schemeClr val="accent5">
                  <a:alpha val="71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5" name="자유형: 도형 14"/>
              <p:cNvSpPr/>
              <p:nvPr/>
            </p:nvSpPr>
            <p:spPr>
              <a:xfrm>
                <a:off x="1" y="2551106"/>
                <a:ext cx="1285398" cy="4121532"/>
              </a:xfrm>
              <a:custGeom>
                <a:avLst/>
                <a:gdLst>
                  <a:gd name="connsiteX0" fmla="*/ 0 w 1081"/>
                  <a:gd name="connsiteY0" fmla="*/ 0 h 3427"/>
                  <a:gd name="connsiteX1" fmla="*/ 0 w 1081"/>
                  <a:gd name="connsiteY1" fmla="*/ 3427 h 3427"/>
                  <a:gd name="connsiteX2" fmla="*/ 1081 w 1081"/>
                  <a:gd name="connsiteY2" fmla="*/ 490 h 3427"/>
                  <a:gd name="connsiteX3" fmla="*/ 0 w 1081"/>
                  <a:gd name="connsiteY3" fmla="*/ 0 h 3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1" h="3427">
                    <a:moveTo>
                      <a:pt x="0" y="0"/>
                    </a:moveTo>
                    <a:lnTo>
                      <a:pt x="0" y="3427"/>
                    </a:lnTo>
                    <a:lnTo>
                      <a:pt x="1081" y="49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>
                  <a:defRPr lang="ko-KR" altLang="en-US"/>
                </a:pPr>
                <a:endParaRPr lang="en-US" altLang="ko-KR"/>
              </a:p>
            </p:txBody>
          </p:sp>
        </p:grp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42695" y="1121212"/>
            <a:ext cx="7837714" cy="1143000"/>
          </a:xfrm>
        </p:spPr>
        <p:txBody>
          <a:bodyPr/>
          <a:lstStyle>
            <a:lvl1pPr algn="l">
              <a:defRPr sz="40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14"/>
          </p:nvPr>
        </p:nvSpPr>
        <p:spPr>
          <a:xfrm>
            <a:off x="2542710" y="2286007"/>
            <a:ext cx="7839569" cy="3429009"/>
          </a:xfr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>첫째 목차</a:t>
            </a:r>
          </a:p>
          <a:p>
            <a:pPr lvl="0">
              <a:defRPr lang="ko-KR" altLang="en-US"/>
            </a:pPr>
            <a:r>
              <a:rPr lang="ko-KR" altLang="en-US"/>
              <a:t>둘째 목차</a:t>
            </a:r>
          </a:p>
          <a:p>
            <a:pPr lvl="0">
              <a:defRPr lang="ko-KR" altLang="en-US"/>
            </a:pPr>
            <a:r>
              <a:rPr lang="ko-KR" altLang="en-US"/>
              <a:t>셋째 목차</a:t>
            </a:r>
          </a:p>
          <a:p>
            <a:pPr lvl="0">
              <a:defRPr lang="ko-KR" altLang="en-US"/>
            </a:pPr>
            <a:r>
              <a:rPr lang="ko-KR" altLang="en-US"/>
              <a:t>넷째 목차</a:t>
            </a:r>
          </a:p>
          <a:p>
            <a:pPr lvl="0">
              <a:defRPr lang="ko-KR" altLang="en-US"/>
            </a:pPr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5FDD8E82-9EDF-4A21-8052-950E349A4E6B}" type="datetime1">
              <a:rPr lang="ko-KR" altLang="en-US"/>
              <a:pPr>
                <a:defRPr lang="ko-KR" altLang="en-US"/>
              </a:pPr>
              <a:t>2025-06-19</a:t>
            </a:fld>
            <a:endParaRPr lang="en-US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en-US" altLang="en-US"/>
              <a:pPr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632250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 rot="10800000" flipH="1">
            <a:off x="10430936" y="4214817"/>
            <a:ext cx="1780898" cy="2672210"/>
            <a:chOff x="7830097" y="-3175"/>
            <a:chExt cx="1335674" cy="3646465"/>
          </a:xfrm>
        </p:grpSpPr>
        <p:sp>
          <p:nvSpPr>
            <p:cNvPr id="8" name="자유형: 도형 7"/>
            <p:cNvSpPr/>
            <p:nvPr/>
          </p:nvSpPr>
          <p:spPr>
            <a:xfrm>
              <a:off x="7858910" y="-3175"/>
              <a:ext cx="1290865" cy="2960833"/>
            </a:xfrm>
            <a:custGeom>
              <a:avLst/>
              <a:gdLst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3062 w 2623457"/>
                <a:gd name="connsiteY2" fmla="*/ 0 h 6063342"/>
                <a:gd name="connsiteX3" fmla="*/ 174172 w 2623457"/>
                <a:gd name="connsiteY3" fmla="*/ 0 h 6063342"/>
                <a:gd name="connsiteX4" fmla="*/ 1556657 w 2623457"/>
                <a:gd name="connsiteY4" fmla="*/ 1545771 h 6063342"/>
                <a:gd name="connsiteX5" fmla="*/ 2623457 w 2623457"/>
                <a:gd name="connsiteY5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76108 h 6076108"/>
                <a:gd name="connsiteX1" fmla="*/ 0 w 2623457"/>
                <a:gd name="connsiteY1" fmla="*/ 12766 h 6076108"/>
                <a:gd name="connsiteX2" fmla="*/ 183682 w 2623457"/>
                <a:gd name="connsiteY2" fmla="*/ 0 h 6076108"/>
                <a:gd name="connsiteX3" fmla="*/ 1556657 w 2623457"/>
                <a:gd name="connsiteY3" fmla="*/ 1558537 h 6076108"/>
                <a:gd name="connsiteX4" fmla="*/ 2623457 w 2623457"/>
                <a:gd name="connsiteY4" fmla="*/ 6076108 h 6076108"/>
                <a:gd name="connsiteX0" fmla="*/ 2623457 w 2623457"/>
                <a:gd name="connsiteY0" fmla="*/ 6085682 h 6085682"/>
                <a:gd name="connsiteX1" fmla="*/ 0 w 2623457"/>
                <a:gd name="connsiteY1" fmla="*/ 22340 h 6085682"/>
                <a:gd name="connsiteX2" fmla="*/ 667 w 2623457"/>
                <a:gd name="connsiteY2" fmla="*/ 0 h 6085682"/>
                <a:gd name="connsiteX3" fmla="*/ 183682 w 2623457"/>
                <a:gd name="connsiteY3" fmla="*/ 9574 h 6085682"/>
                <a:gd name="connsiteX4" fmla="*/ 1556657 w 2623457"/>
                <a:gd name="connsiteY4" fmla="*/ 1568111 h 6085682"/>
                <a:gd name="connsiteX5" fmla="*/ 2623457 w 2623457"/>
                <a:gd name="connsiteY5" fmla="*/ 6085682 h 6085682"/>
                <a:gd name="connsiteX0" fmla="*/ 3030086 w 3030086"/>
                <a:gd name="connsiteY0" fmla="*/ 7076027 h 7076027"/>
                <a:gd name="connsiteX1" fmla="*/ 406629 w 3030086"/>
                <a:gd name="connsiteY1" fmla="*/ 1012685 h 7076027"/>
                <a:gd name="connsiteX2" fmla="*/ 590311 w 3030086"/>
                <a:gd name="connsiteY2" fmla="*/ 999919 h 7076027"/>
                <a:gd name="connsiteX3" fmla="*/ 1963286 w 3030086"/>
                <a:gd name="connsiteY3" fmla="*/ 2558456 h 7076027"/>
                <a:gd name="connsiteX4" fmla="*/ 3030086 w 3030086"/>
                <a:gd name="connsiteY4" fmla="*/ 7076027 h 7076027"/>
                <a:gd name="connsiteX0" fmla="*/ 2623457 w 2623457"/>
                <a:gd name="connsiteY0" fmla="*/ 6076108 h 6076108"/>
                <a:gd name="connsiteX1" fmla="*/ 0 w 2623457"/>
                <a:gd name="connsiteY1" fmla="*/ 12766 h 6076108"/>
                <a:gd name="connsiteX2" fmla="*/ 183682 w 2623457"/>
                <a:gd name="connsiteY2" fmla="*/ 0 h 6076108"/>
                <a:gd name="connsiteX3" fmla="*/ 1556657 w 2623457"/>
                <a:gd name="connsiteY3" fmla="*/ 1558537 h 6076108"/>
                <a:gd name="connsiteX4" fmla="*/ 2623457 w 2623457"/>
                <a:gd name="connsiteY4" fmla="*/ 6076108 h 6076108"/>
                <a:gd name="connsiteX0" fmla="*/ 2623457 w 2623457"/>
                <a:gd name="connsiteY0" fmla="*/ 6076108 h 6076108"/>
                <a:gd name="connsiteX1" fmla="*/ 0 w 2623457"/>
                <a:gd name="connsiteY1" fmla="*/ 12766 h 6076108"/>
                <a:gd name="connsiteX2" fmla="*/ 183682 w 2623457"/>
                <a:gd name="connsiteY2" fmla="*/ 0 h 6076108"/>
                <a:gd name="connsiteX3" fmla="*/ 1556657 w 2623457"/>
                <a:gd name="connsiteY3" fmla="*/ 1558537 h 6076108"/>
                <a:gd name="connsiteX4" fmla="*/ 2623457 w 2623457"/>
                <a:gd name="connsiteY4" fmla="*/ 6076108 h 6076108"/>
                <a:gd name="connsiteX0" fmla="*/ 2630614 w 2630614"/>
                <a:gd name="connsiteY0" fmla="*/ 6076108 h 6076108"/>
                <a:gd name="connsiteX1" fmla="*/ 0 w 2630614"/>
                <a:gd name="connsiteY1" fmla="*/ 5585 h 6076108"/>
                <a:gd name="connsiteX2" fmla="*/ 190839 w 2630614"/>
                <a:gd name="connsiteY2" fmla="*/ 0 h 6076108"/>
                <a:gd name="connsiteX3" fmla="*/ 1563814 w 2630614"/>
                <a:gd name="connsiteY3" fmla="*/ 1558537 h 6076108"/>
                <a:gd name="connsiteX4" fmla="*/ 2630614 w 2630614"/>
                <a:gd name="connsiteY4" fmla="*/ 6076108 h 6076108"/>
                <a:gd name="connsiteX0" fmla="*/ 2635390 w 2635390"/>
                <a:gd name="connsiteY0" fmla="*/ 6076108 h 6076108"/>
                <a:gd name="connsiteX1" fmla="*/ 0 w 2635390"/>
                <a:gd name="connsiteY1" fmla="*/ 797 h 6076108"/>
                <a:gd name="connsiteX2" fmla="*/ 195615 w 2635390"/>
                <a:gd name="connsiteY2" fmla="*/ 0 h 6076108"/>
                <a:gd name="connsiteX3" fmla="*/ 1568590 w 2635390"/>
                <a:gd name="connsiteY3" fmla="*/ 1558537 h 6076108"/>
                <a:gd name="connsiteX4" fmla="*/ 2635390 w 2635390"/>
                <a:gd name="connsiteY4" fmla="*/ 6076108 h 6076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5390" h="6076108">
                  <a:moveTo>
                    <a:pt x="2635390" y="6076108"/>
                  </a:moveTo>
                  <a:lnTo>
                    <a:pt x="0" y="797"/>
                  </a:lnTo>
                  <a:lnTo>
                    <a:pt x="195615" y="0"/>
                  </a:lnTo>
                  <a:lnTo>
                    <a:pt x="1568590" y="1558537"/>
                  </a:lnTo>
                  <a:lnTo>
                    <a:pt x="2635390" y="6076108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9" name="자유형: 도형 8"/>
            <p:cNvSpPr/>
            <p:nvPr/>
          </p:nvSpPr>
          <p:spPr>
            <a:xfrm>
              <a:off x="8617016" y="737400"/>
              <a:ext cx="543423" cy="2244786"/>
            </a:xfrm>
            <a:custGeom>
              <a:avLst/>
              <a:gdLst>
                <a:gd name="connsiteX0" fmla="*/ 0 w 1088572"/>
                <a:gd name="connsiteY0" fmla="*/ 0 h 4582886"/>
                <a:gd name="connsiteX1" fmla="*/ 1088572 w 1088572"/>
                <a:gd name="connsiteY1" fmla="*/ 1186543 h 4582886"/>
                <a:gd name="connsiteX2" fmla="*/ 1088572 w 1088572"/>
                <a:gd name="connsiteY2" fmla="*/ 4582886 h 4582886"/>
                <a:gd name="connsiteX3" fmla="*/ 0 w 1088572"/>
                <a:gd name="connsiteY3" fmla="*/ 0 h 4582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8572" h="4582886">
                  <a:moveTo>
                    <a:pt x="0" y="0"/>
                  </a:moveTo>
                  <a:lnTo>
                    <a:pt x="1088572" y="1186543"/>
                  </a:lnTo>
                  <a:lnTo>
                    <a:pt x="1088572" y="4582886"/>
                  </a:lnTo>
                  <a:lnTo>
                    <a:pt x="0" y="0"/>
                  </a:lnTo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자유형: 도형 9"/>
            <p:cNvSpPr/>
            <p:nvPr/>
          </p:nvSpPr>
          <p:spPr>
            <a:xfrm>
              <a:off x="7956911" y="-1619"/>
              <a:ext cx="671047" cy="757711"/>
            </a:xfrm>
            <a:custGeom>
              <a:avLst/>
              <a:gdLst>
                <a:gd name="connsiteX0" fmla="*/ 1371600 w 1371600"/>
                <a:gd name="connsiteY0" fmla="*/ 1491343 h 1491343"/>
                <a:gd name="connsiteX1" fmla="*/ 1023257 w 1371600"/>
                <a:gd name="connsiteY1" fmla="*/ 0 h 1491343"/>
                <a:gd name="connsiteX2" fmla="*/ 0 w 1371600"/>
                <a:gd name="connsiteY2" fmla="*/ 0 h 1491343"/>
                <a:gd name="connsiteX3" fmla="*/ 1371600 w 1371600"/>
                <a:gd name="connsiteY3" fmla="*/ 1491343 h 1491343"/>
                <a:gd name="connsiteX0" fmla="*/ 1371600 w 1371600"/>
                <a:gd name="connsiteY0" fmla="*/ 1491343 h 1491343"/>
                <a:gd name="connsiteX1" fmla="*/ 1023257 w 1371600"/>
                <a:gd name="connsiteY1" fmla="*/ 0 h 1491343"/>
                <a:gd name="connsiteX2" fmla="*/ 0 w 1371600"/>
                <a:gd name="connsiteY2" fmla="*/ 0 h 1491343"/>
                <a:gd name="connsiteX3" fmla="*/ 1371600 w 1371600"/>
                <a:gd name="connsiteY3" fmla="*/ 1491343 h 1491343"/>
                <a:gd name="connsiteX0" fmla="*/ 1369988 w 1369988"/>
                <a:gd name="connsiteY0" fmla="*/ 1546919 h 1546919"/>
                <a:gd name="connsiteX1" fmla="*/ 1023257 w 1369988"/>
                <a:gd name="connsiteY1" fmla="*/ 0 h 1546919"/>
                <a:gd name="connsiteX2" fmla="*/ 0 w 1369988"/>
                <a:gd name="connsiteY2" fmla="*/ 0 h 1546919"/>
                <a:gd name="connsiteX3" fmla="*/ 1369988 w 1369988"/>
                <a:gd name="connsiteY3" fmla="*/ 1546919 h 1546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988" h="1546919">
                  <a:moveTo>
                    <a:pt x="1369988" y="1546919"/>
                  </a:moveTo>
                  <a:lnTo>
                    <a:pt x="1023257" y="0"/>
                  </a:lnTo>
                  <a:lnTo>
                    <a:pt x="0" y="0"/>
                  </a:lnTo>
                  <a:lnTo>
                    <a:pt x="1369988" y="1546919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자유형: 도형 10"/>
            <p:cNvSpPr/>
            <p:nvPr/>
          </p:nvSpPr>
          <p:spPr>
            <a:xfrm>
              <a:off x="8455711" y="-1619"/>
              <a:ext cx="710060" cy="1329898"/>
            </a:xfrm>
            <a:custGeom>
              <a:avLst/>
              <a:gdLst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0 w 1436914"/>
                <a:gd name="connsiteY4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49636"/>
                <a:gd name="connsiteY0" fmla="*/ 0 h 2715079"/>
                <a:gd name="connsiteX1" fmla="*/ 339294 w 1449636"/>
                <a:gd name="connsiteY1" fmla="*/ 1528536 h 2715079"/>
                <a:gd name="connsiteX2" fmla="*/ 1449636 w 1449636"/>
                <a:gd name="connsiteY2" fmla="*/ 2715079 h 2715079"/>
                <a:gd name="connsiteX3" fmla="*/ 1427865 w 1449636"/>
                <a:gd name="connsiteY3" fmla="*/ 4536 h 2715079"/>
                <a:gd name="connsiteX4" fmla="*/ 1421515 w 1449636"/>
                <a:gd name="connsiteY4" fmla="*/ 0 h 2715079"/>
                <a:gd name="connsiteX5" fmla="*/ 0 w 1449636"/>
                <a:gd name="connsiteY5" fmla="*/ 0 h 2715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49636" h="2715079">
                  <a:moveTo>
                    <a:pt x="0" y="0"/>
                  </a:moveTo>
                  <a:lnTo>
                    <a:pt x="339294" y="1528536"/>
                  </a:lnTo>
                  <a:lnTo>
                    <a:pt x="1449636" y="2715079"/>
                  </a:lnTo>
                  <a:lnTo>
                    <a:pt x="1427865" y="4536"/>
                  </a:lnTo>
                  <a:lnTo>
                    <a:pt x="1421515" y="0"/>
                  </a:lnTo>
                  <a:lnTo>
                    <a:pt x="0" y="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  <p:sp>
          <p:nvSpPr>
            <p:cNvPr id="12" name="자유형: 도형 11"/>
            <p:cNvSpPr/>
            <p:nvPr/>
          </p:nvSpPr>
          <p:spPr>
            <a:xfrm>
              <a:off x="7830097" y="-1619"/>
              <a:ext cx="1325010" cy="3644909"/>
            </a:xfrm>
            <a:custGeom>
              <a:avLst/>
              <a:gdLst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49993 w 2705100"/>
                <a:gd name="connsiteY2" fmla="*/ 9525 h 6867525"/>
                <a:gd name="connsiteX3" fmla="*/ 0 w 2705100"/>
                <a:gd name="connsiteY3" fmla="*/ 9525 h 6867525"/>
                <a:gd name="connsiteX4" fmla="*/ 2295525 w 2705100"/>
                <a:gd name="connsiteY4" fmla="*/ 6858000 h 6867525"/>
                <a:gd name="connsiteX5" fmla="*/ 2695575 w 2705100"/>
                <a:gd name="connsiteY5" fmla="*/ 6867525 h 6867525"/>
                <a:gd name="connsiteX6" fmla="*/ 2705100 w 2705100"/>
                <a:gd name="connsiteY6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76950 h 6858000"/>
                <a:gd name="connsiteX1" fmla="*/ 64280 w 2705100"/>
                <a:gd name="connsiteY1" fmla="*/ 0 h 6858000"/>
                <a:gd name="connsiteX2" fmla="*/ 0 w 2705100"/>
                <a:gd name="connsiteY2" fmla="*/ 0 h 6858000"/>
                <a:gd name="connsiteX3" fmla="*/ 2295525 w 2705100"/>
                <a:gd name="connsiteY3" fmla="*/ 6848475 h 6858000"/>
                <a:gd name="connsiteX4" fmla="*/ 2695575 w 2705100"/>
                <a:gd name="connsiteY4" fmla="*/ 6858000 h 6858000"/>
                <a:gd name="connsiteX5" fmla="*/ 2705100 w 2705100"/>
                <a:gd name="connsiteY5" fmla="*/ 6076950 h 6858000"/>
                <a:gd name="connsiteX0" fmla="*/ 2705100 w 2705100"/>
                <a:gd name="connsiteY0" fmla="*/ 6076950 h 6858000"/>
                <a:gd name="connsiteX1" fmla="*/ 64280 w 2705100"/>
                <a:gd name="connsiteY1" fmla="*/ 0 h 6858000"/>
                <a:gd name="connsiteX2" fmla="*/ 0 w 2705100"/>
                <a:gd name="connsiteY2" fmla="*/ 0 h 6858000"/>
                <a:gd name="connsiteX3" fmla="*/ 2695575 w 2705100"/>
                <a:gd name="connsiteY3" fmla="*/ 6858000 h 6858000"/>
                <a:gd name="connsiteX4" fmla="*/ 2705100 w 2705100"/>
                <a:gd name="connsiteY4" fmla="*/ 6076950 h 6858000"/>
                <a:gd name="connsiteX0" fmla="*/ 2705100 w 2705100"/>
                <a:gd name="connsiteY0" fmla="*/ 6076950 h 7441333"/>
                <a:gd name="connsiteX1" fmla="*/ 64280 w 2705100"/>
                <a:gd name="connsiteY1" fmla="*/ 0 h 7441333"/>
                <a:gd name="connsiteX2" fmla="*/ 0 w 2705100"/>
                <a:gd name="connsiteY2" fmla="*/ 0 h 7441333"/>
                <a:gd name="connsiteX3" fmla="*/ 2695576 w 2705100"/>
                <a:gd name="connsiteY3" fmla="*/ 7441333 h 7441333"/>
                <a:gd name="connsiteX4" fmla="*/ 2705100 w 2705100"/>
                <a:gd name="connsiteY4" fmla="*/ 6076950 h 7441333"/>
                <a:gd name="connsiteX0" fmla="*/ 2705100 w 2705100"/>
                <a:gd name="connsiteY0" fmla="*/ 6076950 h 7441333"/>
                <a:gd name="connsiteX1" fmla="*/ 64280 w 2705100"/>
                <a:gd name="connsiteY1" fmla="*/ 0 h 7441333"/>
                <a:gd name="connsiteX2" fmla="*/ 0 w 2705100"/>
                <a:gd name="connsiteY2" fmla="*/ 0 h 7441333"/>
                <a:gd name="connsiteX3" fmla="*/ 2695576 w 2705100"/>
                <a:gd name="connsiteY3" fmla="*/ 7441333 h 7441333"/>
                <a:gd name="connsiteX4" fmla="*/ 2705100 w 2705100"/>
                <a:gd name="connsiteY4" fmla="*/ 6076950 h 7441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05100" h="7441333">
                  <a:moveTo>
                    <a:pt x="2705100" y="6076950"/>
                  </a:moveTo>
                  <a:lnTo>
                    <a:pt x="64280" y="0"/>
                  </a:lnTo>
                  <a:lnTo>
                    <a:pt x="0" y="0"/>
                  </a:lnTo>
                  <a:lnTo>
                    <a:pt x="2695576" y="7441333"/>
                  </a:lnTo>
                  <a:cubicBezTo>
                    <a:pt x="2698751" y="6986539"/>
                    <a:pt x="2701925" y="6531744"/>
                    <a:pt x="2705100" y="6076950"/>
                  </a:cubicBezTo>
                </a:path>
              </a:pathLst>
            </a:custGeom>
            <a:solidFill>
              <a:schemeClr val="accent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563098" y="274638"/>
            <a:ext cx="2019299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712199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ko-KR" altLang="en-US"/>
            </a:pPr>
            <a:fld id="{16753771-9475-4309-9B2C-4F43EB0294C6}" type="datetime1">
              <a:rPr lang="ko-KR" altLang="en-US"/>
              <a:pPr>
                <a:defRPr lang="ko-KR" altLang="en-US"/>
              </a:pPr>
              <a:t>2025-06-19</a:t>
            </a:fld>
            <a:endParaRPr lang="en-US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ko-KR" altLang="en-US"/>
            </a:pPr>
            <a:fld id="{DF28FB93-0A08-4E7D-8E63-9EFA29F1E093}" type="slidenum">
              <a:rPr lang="en-US" altLang="en-US"/>
              <a:pPr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945986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자유형: 도형 99"/>
          <p:cNvSpPr/>
          <p:nvPr/>
        </p:nvSpPr>
        <p:spPr>
          <a:xfrm>
            <a:off x="1732842" y="3147876"/>
            <a:ext cx="6308395" cy="3037101"/>
          </a:xfrm>
          <a:custGeom>
            <a:avLst/>
            <a:gdLst>
              <a:gd name="connsiteX0" fmla="*/ 0 w 4175"/>
              <a:gd name="connsiteY0" fmla="*/ 0 h 2538"/>
              <a:gd name="connsiteX1" fmla="*/ 12 w 4175"/>
              <a:gd name="connsiteY1" fmla="*/ 44 h 2538"/>
              <a:gd name="connsiteX2" fmla="*/ 685 w 4175"/>
              <a:gd name="connsiteY2" fmla="*/ 2538 h 2538"/>
              <a:gd name="connsiteX3" fmla="*/ 4175 w 4175"/>
              <a:gd name="connsiteY3" fmla="*/ 1923 h 2538"/>
              <a:gd name="connsiteX4" fmla="*/ 25 w 4175"/>
              <a:gd name="connsiteY4" fmla="*/ 11 h 2538"/>
              <a:gd name="connsiteX5" fmla="*/ 0 w 4175"/>
              <a:gd name="connsiteY5" fmla="*/ 0 h 2538"/>
              <a:gd name="connsiteX0" fmla="*/ 0 w 4003"/>
              <a:gd name="connsiteY0" fmla="*/ 0 h 2538"/>
              <a:gd name="connsiteX1" fmla="*/ 12 w 4003"/>
              <a:gd name="connsiteY1" fmla="*/ 44 h 2538"/>
              <a:gd name="connsiteX2" fmla="*/ 685 w 4003"/>
              <a:gd name="connsiteY2" fmla="*/ 2538 h 2538"/>
              <a:gd name="connsiteX3" fmla="*/ 4003 w 4003"/>
              <a:gd name="connsiteY3" fmla="*/ 1844 h 2538"/>
              <a:gd name="connsiteX4" fmla="*/ 25 w 4003"/>
              <a:gd name="connsiteY4" fmla="*/ 11 h 2538"/>
              <a:gd name="connsiteX5" fmla="*/ 0 w 4003"/>
              <a:gd name="connsiteY5" fmla="*/ 0 h 2538"/>
              <a:gd name="connsiteX0" fmla="*/ 0 w 4003"/>
              <a:gd name="connsiteY0" fmla="*/ 0 h 2538"/>
              <a:gd name="connsiteX1" fmla="*/ 685 w 4003"/>
              <a:gd name="connsiteY1" fmla="*/ 2538 h 2538"/>
              <a:gd name="connsiteX2" fmla="*/ 4003 w 4003"/>
              <a:gd name="connsiteY2" fmla="*/ 1844 h 2538"/>
              <a:gd name="connsiteX3" fmla="*/ 25 w 4003"/>
              <a:gd name="connsiteY3" fmla="*/ 11 h 2538"/>
              <a:gd name="connsiteX4" fmla="*/ 0 w 4003"/>
              <a:gd name="connsiteY4" fmla="*/ 0 h 2538"/>
              <a:gd name="connsiteX0" fmla="*/ 0 w 4003"/>
              <a:gd name="connsiteY0" fmla="*/ 0 h 2538"/>
              <a:gd name="connsiteX1" fmla="*/ 685 w 4003"/>
              <a:gd name="connsiteY1" fmla="*/ 2538 h 2538"/>
              <a:gd name="connsiteX2" fmla="*/ 4003 w 4003"/>
              <a:gd name="connsiteY2" fmla="*/ 1844 h 2538"/>
              <a:gd name="connsiteX3" fmla="*/ 25 w 4003"/>
              <a:gd name="connsiteY3" fmla="*/ 11 h 2538"/>
              <a:gd name="connsiteX4" fmla="*/ 0 w 4003"/>
              <a:gd name="connsiteY4" fmla="*/ 0 h 2538"/>
              <a:gd name="connsiteX0" fmla="*/ 553 w 4531"/>
              <a:gd name="connsiteY0" fmla="*/ 0 h 2527"/>
              <a:gd name="connsiteX1" fmla="*/ 1213 w 4531"/>
              <a:gd name="connsiteY1" fmla="*/ 2527 h 2527"/>
              <a:gd name="connsiteX2" fmla="*/ 4531 w 4531"/>
              <a:gd name="connsiteY2" fmla="*/ 1833 h 2527"/>
              <a:gd name="connsiteX3" fmla="*/ 553 w 4531"/>
              <a:gd name="connsiteY3" fmla="*/ 0 h 2527"/>
              <a:gd name="connsiteX0" fmla="*/ 3 w 3981"/>
              <a:gd name="connsiteY0" fmla="*/ 0 h 2527"/>
              <a:gd name="connsiteX1" fmla="*/ 663 w 3981"/>
              <a:gd name="connsiteY1" fmla="*/ 2527 h 2527"/>
              <a:gd name="connsiteX2" fmla="*/ 3981 w 3981"/>
              <a:gd name="connsiteY2" fmla="*/ 1833 h 2527"/>
              <a:gd name="connsiteX3" fmla="*/ 3 w 3981"/>
              <a:gd name="connsiteY3" fmla="*/ 0 h 2527"/>
              <a:gd name="connsiteX0" fmla="*/ 0 w 3978"/>
              <a:gd name="connsiteY0" fmla="*/ 0 h 2527"/>
              <a:gd name="connsiteX1" fmla="*/ 660 w 3978"/>
              <a:gd name="connsiteY1" fmla="*/ 2527 h 2527"/>
              <a:gd name="connsiteX2" fmla="*/ 3978 w 3978"/>
              <a:gd name="connsiteY2" fmla="*/ 1833 h 2527"/>
              <a:gd name="connsiteX3" fmla="*/ 0 w 3978"/>
              <a:gd name="connsiteY3" fmla="*/ 0 h 2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8" h="2527">
                <a:moveTo>
                  <a:pt x="0" y="0"/>
                </a:moveTo>
                <a:cubicBezTo>
                  <a:pt x="90" y="449"/>
                  <a:pt x="484" y="1911"/>
                  <a:pt x="660" y="2527"/>
                </a:cubicBezTo>
                <a:lnTo>
                  <a:pt x="3978" y="1833"/>
                </a:lnTo>
                <a:lnTo>
                  <a:pt x="0" y="0"/>
                </a:lnTo>
              </a:path>
            </a:pathLst>
          </a:custGeom>
          <a:solidFill>
            <a:schemeClr val="accent4">
              <a:lumMod val="20000"/>
              <a:lumOff val="80000"/>
              <a:alpha val="26000"/>
            </a:schemeClr>
          </a:solidFill>
          <a:ln w="9525">
            <a:noFill/>
            <a:round/>
          </a:ln>
        </p:spPr>
        <p:txBody>
          <a:bodyPr anchor="ctr"/>
          <a:lstStyle/>
          <a:p>
            <a:pPr lvl="0" algn="ctr">
              <a:defRPr lang="ko-KR" altLang="en-US"/>
            </a:pPr>
            <a:endParaRPr lang="en-US" altLang="ko-KR"/>
          </a:p>
        </p:txBody>
      </p:sp>
      <p:grpSp>
        <p:nvGrpSpPr>
          <p:cNvPr id="107" name="그룹 106"/>
          <p:cNvGrpSpPr/>
          <p:nvPr/>
        </p:nvGrpSpPr>
        <p:grpSpPr>
          <a:xfrm>
            <a:off x="-1" y="0"/>
            <a:ext cx="12192001" cy="6858001"/>
            <a:chOff x="-1" y="0"/>
            <a:chExt cx="9144001" cy="6858001"/>
          </a:xfrm>
        </p:grpSpPr>
        <p:sp>
          <p:nvSpPr>
            <p:cNvPr id="102" name="자유형: 도형 101"/>
            <p:cNvSpPr/>
            <p:nvPr/>
          </p:nvSpPr>
          <p:spPr>
            <a:xfrm>
              <a:off x="0" y="6184705"/>
              <a:ext cx="2309196" cy="673295"/>
            </a:xfrm>
            <a:custGeom>
              <a:avLst/>
              <a:gdLst>
                <a:gd name="connsiteX0" fmla="*/ 1754 w 1942"/>
                <a:gd name="connsiteY0" fmla="*/ 0 h 560"/>
                <a:gd name="connsiteX1" fmla="*/ 0 w 1942"/>
                <a:gd name="connsiteY1" fmla="*/ 367 h 560"/>
                <a:gd name="connsiteX2" fmla="*/ 0 w 1942"/>
                <a:gd name="connsiteY2" fmla="*/ 560 h 560"/>
                <a:gd name="connsiteX3" fmla="*/ 1942 w 1942"/>
                <a:gd name="connsiteY3" fmla="*/ 560 h 560"/>
                <a:gd name="connsiteX4" fmla="*/ 1754 w 1942"/>
                <a:gd name="connsiteY4" fmla="*/ 0 h 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" h="560">
                  <a:moveTo>
                    <a:pt x="1754" y="0"/>
                  </a:moveTo>
                  <a:lnTo>
                    <a:pt x="0" y="367"/>
                  </a:lnTo>
                  <a:lnTo>
                    <a:pt x="0" y="560"/>
                  </a:lnTo>
                  <a:lnTo>
                    <a:pt x="1942" y="560"/>
                  </a:lnTo>
                  <a:cubicBezTo>
                    <a:pt x="1879" y="373"/>
                    <a:pt x="1817" y="187"/>
                    <a:pt x="1754" y="0"/>
                  </a:cubicBezTo>
                </a:path>
              </a:pathLst>
            </a:custGeom>
            <a:solidFill>
              <a:srgbClr val="B6B8BA">
                <a:alpha val="15000"/>
              </a:srgbClr>
            </a:solidFill>
            <a:ln w="9525">
              <a:noFill/>
              <a:round/>
            </a:ln>
          </p:spPr>
          <p:txBody>
            <a:bodyPr anchor="ctr"/>
            <a:lstStyle/>
            <a:p>
              <a:pPr lvl="0" algn="ctr">
                <a:defRPr lang="ko-KR" altLang="en-US"/>
              </a:pPr>
              <a:endParaRPr lang="en-US" altLang="ko-KR"/>
            </a:p>
          </p:txBody>
        </p:sp>
        <p:grpSp>
          <p:nvGrpSpPr>
            <p:cNvPr id="106" name="그룹 105"/>
            <p:cNvGrpSpPr/>
            <p:nvPr/>
          </p:nvGrpSpPr>
          <p:grpSpPr>
            <a:xfrm>
              <a:off x="-1" y="0"/>
              <a:ext cx="9144001" cy="6858001"/>
              <a:chOff x="-1" y="0"/>
              <a:chExt cx="9144001" cy="6858001"/>
            </a:xfrm>
          </p:grpSpPr>
          <p:sp>
            <p:nvSpPr>
              <p:cNvPr id="98" name="자유형: 도형 97"/>
              <p:cNvSpPr/>
              <p:nvPr/>
            </p:nvSpPr>
            <p:spPr>
              <a:xfrm>
                <a:off x="428023" y="0"/>
                <a:ext cx="2026194" cy="3135635"/>
              </a:xfrm>
              <a:custGeom>
                <a:avLst/>
                <a:gdLst/>
                <a:ahLst/>
                <a:cxnLst>
                  <a:cxn ang="0">
                    <a:pos x="1704" y="0"/>
                  </a:cxn>
                  <a:cxn ang="0">
                    <a:pos x="0" y="0"/>
                  </a:cxn>
                  <a:cxn ang="0">
                    <a:pos x="711" y="2609"/>
                  </a:cxn>
                  <a:cxn ang="0">
                    <a:pos x="1704" y="0"/>
                  </a:cxn>
                </a:cxnLst>
                <a:rect l="0" t="0" r="r" b="b"/>
                <a:pathLst>
                  <a:path w="1704" h="2609">
                    <a:moveTo>
                      <a:pt x="1704" y="0"/>
                    </a:moveTo>
                    <a:lnTo>
                      <a:pt x="0" y="0"/>
                    </a:lnTo>
                    <a:lnTo>
                      <a:pt x="711" y="2609"/>
                    </a:lnTo>
                    <a:lnTo>
                      <a:pt x="1704" y="0"/>
                    </a:lnTo>
                  </a:path>
                </a:pathLst>
              </a:custGeom>
              <a:solidFill>
                <a:schemeClr val="accent1">
                  <a:lumMod val="20000"/>
                  <a:lumOff val="80000"/>
                  <a:alpha val="31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99" name="자유형: 도형 98"/>
              <p:cNvSpPr/>
              <p:nvPr/>
            </p:nvSpPr>
            <p:spPr>
              <a:xfrm>
                <a:off x="6028605" y="4696234"/>
                <a:ext cx="3115394" cy="1976604"/>
              </a:xfrm>
              <a:custGeom>
                <a:avLst/>
                <a:gdLst>
                  <a:gd name="connsiteX0" fmla="*/ 2610 w 2610"/>
                  <a:gd name="connsiteY0" fmla="*/ 0 h 1645"/>
                  <a:gd name="connsiteX1" fmla="*/ 0 w 2610"/>
                  <a:gd name="connsiteY1" fmla="*/ 535 h 1645"/>
                  <a:gd name="connsiteX2" fmla="*/ 2610 w 2610"/>
                  <a:gd name="connsiteY2" fmla="*/ 1645 h 1645"/>
                  <a:gd name="connsiteX3" fmla="*/ 2610 w 2610"/>
                  <a:gd name="connsiteY3" fmla="*/ 0 h 1645"/>
                  <a:gd name="connsiteX0" fmla="*/ 2620 w 2620"/>
                  <a:gd name="connsiteY0" fmla="*/ 0 h 1645"/>
                  <a:gd name="connsiteX1" fmla="*/ 0 w 2620"/>
                  <a:gd name="connsiteY1" fmla="*/ 541 h 1645"/>
                  <a:gd name="connsiteX2" fmla="*/ 2620 w 2620"/>
                  <a:gd name="connsiteY2" fmla="*/ 1645 h 1645"/>
                  <a:gd name="connsiteX3" fmla="*/ 2620 w 2620"/>
                  <a:gd name="connsiteY3" fmla="*/ 0 h 1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0" h="1645">
                    <a:moveTo>
                      <a:pt x="2620" y="0"/>
                    </a:moveTo>
                    <a:lnTo>
                      <a:pt x="0" y="541"/>
                    </a:lnTo>
                    <a:lnTo>
                      <a:pt x="2620" y="1645"/>
                    </a:lnTo>
                    <a:lnTo>
                      <a:pt x="2620" y="0"/>
                    </a:lnTo>
                  </a:path>
                </a:pathLst>
              </a:custGeom>
              <a:solidFill>
                <a:srgbClr val="C6C8CA">
                  <a:alpha val="17000"/>
                </a:srgb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01" name="자유형: 도형 100"/>
              <p:cNvSpPr/>
              <p:nvPr/>
            </p:nvSpPr>
            <p:spPr>
              <a:xfrm>
                <a:off x="2089194" y="5345523"/>
                <a:ext cx="7054806" cy="1512478"/>
              </a:xfrm>
              <a:custGeom>
                <a:avLst/>
                <a:gdLst>
                  <a:gd name="connsiteX0" fmla="*/ 3491 w 5944"/>
                  <a:gd name="connsiteY0" fmla="*/ 0 h 1293"/>
                  <a:gd name="connsiteX1" fmla="*/ 0 w 5944"/>
                  <a:gd name="connsiteY1" fmla="*/ 743 h 1293"/>
                  <a:gd name="connsiteX2" fmla="*/ 194 w 5944"/>
                  <a:gd name="connsiteY2" fmla="*/ 1293 h 1293"/>
                  <a:gd name="connsiteX3" fmla="*/ 5944 w 5944"/>
                  <a:gd name="connsiteY3" fmla="*/ 1293 h 1293"/>
                  <a:gd name="connsiteX4" fmla="*/ 5944 w 5944"/>
                  <a:gd name="connsiteY4" fmla="*/ 1130 h 1293"/>
                  <a:gd name="connsiteX5" fmla="*/ 3491 w 5944"/>
                  <a:gd name="connsiteY5" fmla="*/ 0 h 1293"/>
                  <a:gd name="connsiteX0" fmla="*/ 3347 w 5944"/>
                  <a:gd name="connsiteY0" fmla="*/ 0 h 1264"/>
                  <a:gd name="connsiteX1" fmla="*/ 0 w 5944"/>
                  <a:gd name="connsiteY1" fmla="*/ 714 h 1264"/>
                  <a:gd name="connsiteX2" fmla="*/ 194 w 5944"/>
                  <a:gd name="connsiteY2" fmla="*/ 1264 h 1264"/>
                  <a:gd name="connsiteX3" fmla="*/ 5944 w 5944"/>
                  <a:gd name="connsiteY3" fmla="*/ 1264 h 1264"/>
                  <a:gd name="connsiteX4" fmla="*/ 5944 w 5944"/>
                  <a:gd name="connsiteY4" fmla="*/ 1101 h 1264"/>
                  <a:gd name="connsiteX5" fmla="*/ 3347 w 5944"/>
                  <a:gd name="connsiteY5" fmla="*/ 0 h 1264"/>
                  <a:gd name="connsiteX0" fmla="*/ 3323 w 5944"/>
                  <a:gd name="connsiteY0" fmla="*/ 0 h 1257"/>
                  <a:gd name="connsiteX1" fmla="*/ 0 w 5944"/>
                  <a:gd name="connsiteY1" fmla="*/ 707 h 1257"/>
                  <a:gd name="connsiteX2" fmla="*/ 194 w 5944"/>
                  <a:gd name="connsiteY2" fmla="*/ 1257 h 1257"/>
                  <a:gd name="connsiteX3" fmla="*/ 5944 w 5944"/>
                  <a:gd name="connsiteY3" fmla="*/ 1257 h 1257"/>
                  <a:gd name="connsiteX4" fmla="*/ 5944 w 5944"/>
                  <a:gd name="connsiteY4" fmla="*/ 1094 h 1257"/>
                  <a:gd name="connsiteX5" fmla="*/ 3323 w 5944"/>
                  <a:gd name="connsiteY5" fmla="*/ 0 h 1257"/>
                  <a:gd name="connsiteX0" fmla="*/ 3279 w 5900"/>
                  <a:gd name="connsiteY0" fmla="*/ 0 h 1257"/>
                  <a:gd name="connsiteX1" fmla="*/ 0 w 5900"/>
                  <a:gd name="connsiteY1" fmla="*/ 687 h 1257"/>
                  <a:gd name="connsiteX2" fmla="*/ 150 w 5900"/>
                  <a:gd name="connsiteY2" fmla="*/ 1257 h 1257"/>
                  <a:gd name="connsiteX3" fmla="*/ 5900 w 5900"/>
                  <a:gd name="connsiteY3" fmla="*/ 1257 h 1257"/>
                  <a:gd name="connsiteX4" fmla="*/ 5900 w 5900"/>
                  <a:gd name="connsiteY4" fmla="*/ 1094 h 1257"/>
                  <a:gd name="connsiteX5" fmla="*/ 3279 w 5900"/>
                  <a:gd name="connsiteY5" fmla="*/ 0 h 1257"/>
                  <a:gd name="connsiteX0" fmla="*/ 3314 w 5935"/>
                  <a:gd name="connsiteY0" fmla="*/ 0 h 1257"/>
                  <a:gd name="connsiteX1" fmla="*/ 0 w 5935"/>
                  <a:gd name="connsiteY1" fmla="*/ 695 h 1257"/>
                  <a:gd name="connsiteX2" fmla="*/ 185 w 5935"/>
                  <a:gd name="connsiteY2" fmla="*/ 1257 h 1257"/>
                  <a:gd name="connsiteX3" fmla="*/ 5935 w 5935"/>
                  <a:gd name="connsiteY3" fmla="*/ 1257 h 1257"/>
                  <a:gd name="connsiteX4" fmla="*/ 5935 w 5935"/>
                  <a:gd name="connsiteY4" fmla="*/ 1094 h 1257"/>
                  <a:gd name="connsiteX5" fmla="*/ 3314 w 5935"/>
                  <a:gd name="connsiteY5" fmla="*/ 0 h 1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35" h="1257">
                    <a:moveTo>
                      <a:pt x="3314" y="0"/>
                    </a:moveTo>
                    <a:lnTo>
                      <a:pt x="0" y="695"/>
                    </a:lnTo>
                    <a:cubicBezTo>
                      <a:pt x="51" y="884"/>
                      <a:pt x="134" y="1068"/>
                      <a:pt x="185" y="1257"/>
                    </a:cubicBezTo>
                    <a:lnTo>
                      <a:pt x="5935" y="1257"/>
                    </a:lnTo>
                    <a:lnTo>
                      <a:pt x="5935" y="1094"/>
                    </a:lnTo>
                    <a:lnTo>
                      <a:pt x="3314" y="0"/>
                    </a:lnTo>
                  </a:path>
                </a:pathLst>
              </a:custGeom>
              <a:solidFill>
                <a:srgbClr val="B6B8BA">
                  <a:alpha val="6000"/>
                </a:srgb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03" name="자유형: 도형 102"/>
              <p:cNvSpPr/>
              <p:nvPr/>
            </p:nvSpPr>
            <p:spPr>
              <a:xfrm>
                <a:off x="-1" y="0"/>
                <a:ext cx="1281830" cy="3138040"/>
              </a:xfrm>
              <a:custGeom>
                <a:avLst/>
                <a:gdLst/>
                <a:ahLst/>
                <a:cxnLst>
                  <a:cxn ang="0">
                    <a:pos x="372" y="0"/>
                  </a:cxn>
                  <a:cxn ang="0">
                    <a:pos x="1" y="0"/>
                  </a:cxn>
                  <a:cxn ang="0">
                    <a:pos x="0" y="2121"/>
                  </a:cxn>
                  <a:cxn ang="0">
                    <a:pos x="1078" y="2609"/>
                  </a:cxn>
                  <a:cxn ang="0">
                    <a:pos x="372" y="0"/>
                  </a:cxn>
                </a:cxnLst>
                <a:rect l="0" t="0" r="r" b="b"/>
                <a:pathLst>
                  <a:path w="1078" h="2609">
                    <a:moveTo>
                      <a:pt x="372" y="0"/>
                    </a:moveTo>
                    <a:lnTo>
                      <a:pt x="1" y="0"/>
                    </a:lnTo>
                    <a:lnTo>
                      <a:pt x="0" y="2121"/>
                    </a:lnTo>
                    <a:lnTo>
                      <a:pt x="1078" y="2609"/>
                    </a:lnTo>
                    <a:lnTo>
                      <a:pt x="372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  <a:alpha val="27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97" name="자유형: 도형 96"/>
              <p:cNvSpPr/>
              <p:nvPr/>
            </p:nvSpPr>
            <p:spPr>
              <a:xfrm>
                <a:off x="1" y="2551106"/>
                <a:ext cx="1285398" cy="4121532"/>
              </a:xfrm>
              <a:custGeom>
                <a:avLst/>
                <a:gdLst>
                  <a:gd name="connsiteX0" fmla="*/ 0 w 1081"/>
                  <a:gd name="connsiteY0" fmla="*/ 0 h 3427"/>
                  <a:gd name="connsiteX1" fmla="*/ 0 w 1081"/>
                  <a:gd name="connsiteY1" fmla="*/ 3427 h 3427"/>
                  <a:gd name="connsiteX2" fmla="*/ 1081 w 1081"/>
                  <a:gd name="connsiteY2" fmla="*/ 490 h 3427"/>
                  <a:gd name="connsiteX3" fmla="*/ 0 w 1081"/>
                  <a:gd name="connsiteY3" fmla="*/ 0 h 3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1" h="3427">
                    <a:moveTo>
                      <a:pt x="0" y="0"/>
                    </a:moveTo>
                    <a:lnTo>
                      <a:pt x="0" y="3427"/>
                    </a:lnTo>
                    <a:lnTo>
                      <a:pt x="1081" y="49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  <a:alpha val="8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</p:grpSp>
      </p:grp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31799" y="123802"/>
            <a:ext cx="11302999" cy="939784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31799" y="1308100"/>
            <a:ext cx="11302999" cy="4960939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  <a:p>
            <a:pPr lvl="8">
              <a:defRPr lang="ko-KR" altLang="en-US"/>
            </a:pPr>
            <a:endParaRPr lang="en-US" altLang="ko-KR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FD839B8E-F55D-4BF8-852C-25AF74D46B3E}" type="datetime1">
              <a:rPr lang="ko-KR" altLang="en-US"/>
              <a:pPr>
                <a:defRPr lang="ko-KR" altLang="en-US"/>
              </a:pPr>
              <a:t>2025-06-19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 lang="ko-KR" altLang="en-US"/>
            </a:pPr>
            <a:fld id="{AD22CD3B-FDDF-4998-970C-76E6E0BEC65F}" type="slidenum">
              <a:rPr lang="ko-KR" altLang="en-US"/>
              <a:pPr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840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transition/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38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66700" indent="-306700" algn="l" defTabSz="914400" rtl="0" eaLnBrk="1" latinLnBrk="1" hangingPunct="1">
        <a:spcBef>
          <a:spcPct val="20000"/>
        </a:spcBef>
        <a:buClr>
          <a:schemeClr val="bg2">
            <a:lumMod val="25000"/>
          </a:schemeClr>
        </a:buClr>
        <a:buSzPct val="80000"/>
        <a:buFont typeface="Wingdings 3"/>
        <a:buChar char="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447675" indent="-2571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Wingdings"/>
        <a:buChar char="§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628650" indent="-1809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809625" indent="-1809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–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990600" indent="-171450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1160463" indent="-173038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6pPr>
      <a:lvl7pPr marL="1349375" indent="-188913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tabLst>
          <a:tab pos="1349375" algn="l"/>
        </a:tabLst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7pPr>
      <a:lvl8pPr marL="1524000" indent="-17462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8pPr>
      <a:lvl9pPr marL="1698625" indent="-17462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3.107.51.2:8080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868433" y="2341729"/>
            <a:ext cx="9635703" cy="957706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내진 설계 추천 시스템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873009" y="3299435"/>
            <a:ext cx="9631127" cy="46740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어스옵저버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발표 순서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프로젝트 배경</a:t>
            </a:r>
          </a:p>
          <a:p>
            <a:pPr lvl="0">
              <a:defRPr/>
            </a:pPr>
            <a:r>
              <a:rPr lang="ko-KR" altLang="en-US"/>
              <a:t>프로젝트 목표</a:t>
            </a:r>
          </a:p>
          <a:p>
            <a:pPr lvl="0">
              <a:defRPr/>
            </a:pPr>
            <a:r>
              <a:rPr lang="ko-KR" altLang="en-US"/>
              <a:t>예상 효과</a:t>
            </a:r>
          </a:p>
          <a:p>
            <a:pPr lvl="0">
              <a:defRPr/>
            </a:pPr>
            <a:r>
              <a:rPr lang="ko-KR" altLang="en-US"/>
              <a:t>시스템 설명</a:t>
            </a:r>
          </a:p>
          <a:p>
            <a:pPr lvl="0">
              <a:defRPr/>
            </a:pPr>
            <a:r>
              <a:rPr lang="ko-KR" altLang="en-US"/>
              <a:t>개발과정</a:t>
            </a:r>
          </a:p>
          <a:p>
            <a:pPr lvl="0">
              <a:defRPr/>
            </a:pPr>
            <a:r>
              <a:rPr lang="en-US" altLang="ko-KR"/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프로젝트 배경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기존 건축물의 내진설계 미적용</a:t>
            </a:r>
          </a:p>
          <a:p>
            <a:pPr lvl="0">
              <a:defRPr/>
            </a:pP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31799" y="1960238"/>
            <a:ext cx="7135220" cy="4153479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5043907" y="6113718"/>
            <a:ext cx="2523112" cy="361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출처 철강금속신문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프로젝트 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건물 면적 및 용도에 따른 내진등급 산정</a:t>
            </a:r>
          </a:p>
          <a:p>
            <a:pPr lvl="0">
              <a:defRPr/>
            </a:pPr>
            <a:r>
              <a:rPr lang="ko-KR" altLang="en-US"/>
              <a:t>건축 후보지에 적절한 내진설계방식 추천</a:t>
            </a:r>
          </a:p>
          <a:p>
            <a:pPr lvl="0">
              <a:defRPr/>
            </a:pPr>
            <a:r>
              <a:rPr lang="ko-KR" altLang="en-US"/>
              <a:t>건축 후보지의 지진 예측 정보 제공</a:t>
            </a:r>
          </a:p>
          <a:p>
            <a:pPr lvl="0">
              <a:defRPr/>
            </a:pPr>
            <a:r>
              <a:rPr lang="ko-KR" altLang="en-US"/>
              <a:t>결과 공유 및 평가</a:t>
            </a:r>
          </a:p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575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예상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건축 후보지 선정 근거제공</a:t>
            </a:r>
          </a:p>
          <a:p>
            <a:pPr lvl="0">
              <a:defRPr/>
            </a:pPr>
            <a:r>
              <a:rPr lang="ko-KR" altLang="en-US"/>
              <a:t>설계 과정 및 정보수집 효율 향상</a:t>
            </a:r>
          </a:p>
          <a:p>
            <a:pPr lvl="0">
              <a:defRPr/>
            </a:pPr>
            <a:r>
              <a:rPr lang="ko-KR" altLang="en-US"/>
              <a:t>과하거나 부족한 내진설계 방지</a:t>
            </a:r>
          </a:p>
          <a:p>
            <a:pPr lvl="0">
              <a:defRPr/>
            </a:pPr>
            <a:r>
              <a:rPr lang="ko-KR" altLang="en-US"/>
              <a:t>설계 수정에 의한 예산낭비 방지</a:t>
            </a:r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973" y="2489216"/>
            <a:ext cx="11302999" cy="939784"/>
          </a:xfrm>
        </p:spPr>
        <p:txBody>
          <a:bodyPr/>
          <a:lstStyle/>
          <a:p>
            <a:pPr lvl="0" algn="ctr">
              <a:defRPr/>
            </a:pPr>
            <a:r>
              <a:rPr lang="ko-KR" altLang="en-US" sz="7100"/>
              <a:t>주요 시스템 설명</a:t>
            </a:r>
          </a:p>
        </p:txBody>
      </p:sp>
    </p:spTree>
    <p:extLst>
      <p:ext uri="{BB962C8B-B14F-4D97-AF65-F5344CB8AC3E}">
        <p14:creationId xmlns:p14="http://schemas.microsoft.com/office/powerpoint/2010/main" val="278393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건축 후보지 위치 입력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909593" y="1308100"/>
            <a:ext cx="10347410" cy="496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980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건축 후보지 위치 입력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903970" y="1308100"/>
            <a:ext cx="10358657" cy="496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305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건물 정보 입력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917895" y="1308100"/>
            <a:ext cx="10330807" cy="496093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922009" y="2473342"/>
            <a:ext cx="1164952" cy="64333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043635" y="3116674"/>
            <a:ext cx="1247227" cy="102159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922009" y="3949932"/>
            <a:ext cx="1515247" cy="195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967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건물 정보 입력</a:t>
            </a:r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915204" y="1308100"/>
            <a:ext cx="10336188" cy="496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360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결과 화면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2599655" y="1308100"/>
            <a:ext cx="6967286" cy="496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415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결과 화면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3146704" y="1286451"/>
            <a:ext cx="2813029" cy="496093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633047" y="1270560"/>
            <a:ext cx="2681941" cy="499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52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결과 공유 및 평가</a:t>
            </a:r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743435" y="1308100"/>
            <a:ext cx="8679727" cy="496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92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결과 공유 및 평가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444500" y="1451654"/>
            <a:ext cx="11302999" cy="395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539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결과 공유 및 평가</a:t>
            </a:r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952685" y="1308100"/>
            <a:ext cx="10261226" cy="496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133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973" y="2489216"/>
            <a:ext cx="11302999" cy="939784"/>
          </a:xfrm>
        </p:spPr>
        <p:txBody>
          <a:bodyPr/>
          <a:lstStyle/>
          <a:p>
            <a:pPr lvl="0" algn="ctr">
              <a:defRPr/>
            </a:pPr>
            <a:r>
              <a:rPr lang="ko-KR" altLang="en-US" sz="7100"/>
              <a:t>개발 과정</a:t>
            </a:r>
          </a:p>
        </p:txBody>
      </p:sp>
    </p:spTree>
    <p:extLst>
      <p:ext uri="{BB962C8B-B14F-4D97-AF65-F5344CB8AC3E}">
        <p14:creationId xmlns:p14="http://schemas.microsoft.com/office/powerpoint/2010/main" val="142233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소프트웨어 구성도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34625" y="1063586"/>
            <a:ext cx="8722750" cy="5477274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3451048" y="1501140"/>
            <a:ext cx="812139" cy="358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EC2</a:t>
            </a:r>
          </a:p>
        </p:txBody>
      </p:sp>
      <p:sp>
        <p:nvSpPr>
          <p:cNvPr id="8" name="가로 글상자 7"/>
          <p:cNvSpPr txBox="1"/>
          <p:nvPr/>
        </p:nvSpPr>
        <p:spPr>
          <a:xfrm>
            <a:off x="3451048" y="3622727"/>
            <a:ext cx="812139" cy="358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EC2</a:t>
            </a:r>
          </a:p>
        </p:txBody>
      </p:sp>
      <p:sp>
        <p:nvSpPr>
          <p:cNvPr id="9" name="가로 글상자 8"/>
          <p:cNvSpPr txBox="1"/>
          <p:nvPr/>
        </p:nvSpPr>
        <p:spPr>
          <a:xfrm>
            <a:off x="8193688" y="1971456"/>
            <a:ext cx="812140" cy="3602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RDS</a:t>
            </a:r>
          </a:p>
        </p:txBody>
      </p:sp>
    </p:spTree>
    <p:extLst>
      <p:ext uri="{BB962C8B-B14F-4D97-AF65-F5344CB8AC3E}">
        <p14:creationId xmlns:p14="http://schemas.microsoft.com/office/powerpoint/2010/main" val="2434894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규모별 시간별 지진 예측 과정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구텐베르크</a:t>
            </a:r>
            <a:r>
              <a:rPr lang="en-US" altLang="ko-KR"/>
              <a:t>-</a:t>
            </a:r>
            <a:r>
              <a:rPr lang="ko-KR" altLang="en-US"/>
              <a:t>릭터 법칙을 통한 규모별 발생률 추정</a:t>
            </a:r>
          </a:p>
          <a:p>
            <a:pPr lvl="1">
              <a:defRPr/>
            </a:pPr>
            <a:r>
              <a:rPr lang="ko-KR" altLang="en-US"/>
              <a:t>log10 N=a−bM 공식을 이용하여, 우리가 관심 있는 최소 규모 M 이상의 지진이 연간(또는 월간, 일간) 몇 번 발생하는지 N을 계산합니다. 이 N 값이 바로 단위 시간당 평균 발생률 λ가 됩니다. (예: 연간 규모 5.0 이상의 지진이 0.1번 발생할 것으로 예상되면 λ=0.1 /년)</a:t>
            </a:r>
          </a:p>
          <a:p>
            <a:pPr lvl="0">
              <a:defRPr/>
            </a:pPr>
            <a:r>
              <a:rPr lang="ko-KR" altLang="en-US"/>
              <a:t>추정된 발생률을 포아송 과정에 적용하여 확률 계산</a:t>
            </a:r>
          </a:p>
          <a:p>
            <a:pPr lvl="1">
              <a:defRPr/>
            </a:pPr>
            <a:r>
              <a:rPr lang="ko-KR" altLang="en-US"/>
              <a:t>이제 계산된 λ 값과 우리가 알고자 하는 기간 t를 포아송 공식에 대입합니다. 예를 들어, 특정 지역에서 규모 5.0 이상의 지진이 연간 평균 0.1번 발생한다고 구텐베르크-릭터 법칙으로 추정되었다면(λ=0.1 /년), 향후 10년(t=10년) 내에 규모 5.0 이상의 지진이 최소한 한 번 발생할 확률은 다음과 같이 계산됩니다. P(X≥1)=1−e </a:t>
            </a:r>
            <a:r>
              <a:rPr lang="en-US" altLang="ko-KR"/>
              <a:t>^</a:t>
            </a:r>
            <a:r>
              <a:rPr lang="ko-KR" altLang="en-US"/>
              <a:t> −(0.1×10) =1−e</a:t>
            </a:r>
            <a:r>
              <a:rPr lang="en-US" altLang="ko-KR"/>
              <a:t>^</a:t>
            </a:r>
            <a:r>
              <a:rPr lang="ko-KR" altLang="en-US"/>
              <a:t>−1≈1−0.3678≈0.6322 즉, 약 63.22%의 확률로 향후 10년 내에 규모 5.0 이상의 지진이 한 번 이상 발생할 수 있다는 의미입니다.</a:t>
            </a:r>
          </a:p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634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4">
            <a:extLst>
              <a:ext uri="{FF2B5EF4-FFF2-40B4-BE49-F238E27FC236}">
                <a16:creationId xmlns:a16="http://schemas.microsoft.com/office/drawing/2014/main" id="{567EB1EE-C7E2-F35D-3575-967508CC25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983" y="104501"/>
            <a:ext cx="12050033" cy="675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29059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서비스 시연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>
                <a:hlinkClick r:id="rId2"/>
              </a:rPr>
              <a:t>http://3.107.51.2:8080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1181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82789" y="1501887"/>
            <a:ext cx="6026420" cy="2246938"/>
          </a:xfrm>
        </p:spPr>
        <p:txBody>
          <a:bodyPr/>
          <a:lstStyle/>
          <a:p>
            <a:pPr lvl="0" algn="ctr">
              <a:defRPr/>
            </a:pPr>
            <a:r>
              <a:rPr lang="en-US" altLang="ko-KR" sz="8400"/>
              <a:t>Q</a:t>
            </a:r>
            <a:r>
              <a:rPr lang="en-US" altLang="ko-KR" sz="5600"/>
              <a:t>&amp;</a:t>
            </a:r>
            <a:r>
              <a:rPr lang="en-US" altLang="ko-KR" sz="840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042693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4500" y="2302392"/>
            <a:ext cx="11302999" cy="939784"/>
          </a:xfrm>
        </p:spPr>
        <p:txBody>
          <a:bodyPr/>
          <a:lstStyle/>
          <a:p>
            <a:pPr lvl="0" algn="ctr">
              <a:defRPr/>
            </a:pPr>
            <a:r>
              <a:rPr lang="ko-KR" altLang="en-US" sz="5900"/>
              <a:t>감사합니다</a:t>
            </a:r>
            <a:endParaRPr lang="en-US" altLang="ko-KR" sz="5900"/>
          </a:p>
        </p:txBody>
      </p:sp>
    </p:spTree>
    <p:extLst>
      <p:ext uri="{BB962C8B-B14F-4D97-AF65-F5344CB8AC3E}">
        <p14:creationId xmlns:p14="http://schemas.microsoft.com/office/powerpoint/2010/main" val="1839968164"/>
      </p:ext>
    </p:extLst>
  </p:cSld>
  <p:clrMapOvr>
    <a:masterClrMapping/>
  </p:clrMapOvr>
</p:sld>
</file>

<file path=ppt/theme/theme1.xml><?xml version="1.0" encoding="utf-8"?>
<a:theme xmlns:a="http://schemas.openxmlformats.org/drawingml/2006/main" name="교차">
  <a:themeElements>
    <a:clrScheme name="교차">
      <a:dk1>
        <a:srgbClr val="264C72"/>
      </a:dk1>
      <a:lt1>
        <a:srgbClr val="FFFFFF"/>
      </a:lt1>
      <a:dk2>
        <a:srgbClr val="347775"/>
      </a:dk2>
      <a:lt2>
        <a:srgbClr val="D7D7D7"/>
      </a:lt2>
      <a:accent1>
        <a:srgbClr val="63A6A4"/>
      </a:accent1>
      <a:accent2>
        <a:srgbClr val="323232"/>
      </a:accent2>
      <a:accent3>
        <a:srgbClr val="9D9C9C"/>
      </a:accent3>
      <a:accent4>
        <a:srgbClr val="C1C0C0"/>
      </a:accent4>
      <a:accent5>
        <a:srgbClr val="E5E4E4"/>
      </a:accent5>
      <a:accent6>
        <a:srgbClr val="716340"/>
      </a:accent6>
      <a:hlink>
        <a:srgbClr val="4A45FF"/>
      </a:hlink>
      <a:folHlink>
        <a:srgbClr val="BE27BB"/>
      </a:folHlink>
    </a:clrScheme>
    <a:fontScheme name="교차">
      <a:majorFont>
        <a:latin typeface="Arial"/>
        <a:ea typeface=""/>
        <a:cs typeface=""/>
        <a:font script="Jpan" typeface="MS PGothic"/>
        <a:font script="Hang" typeface="한컴 윤고딕 240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MS PGothic"/>
        <a:font script="Hang" typeface="한컴 윤고딕 230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교차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path path="rect">
            <a:fillToRect l="100000" t="100000" r="100000" b="100000"/>
          </a:path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reflection blurRad="12700" stA="26000" endPos="28000" dist="381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hueMod val="100000"/>
                <a:satMod val="100000"/>
              </a:schemeClr>
            </a:gs>
            <a:gs pos="100000">
              <a:schemeClr val="phClr">
                <a:shade val="30000"/>
                <a:satMod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atMod val="100000"/>
              </a:schemeClr>
            </a:gs>
            <a:gs pos="100000">
              <a:schemeClr val="phClr">
                <a:shade val="50000"/>
                <a:satMod val="7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317</Words>
  <Application>Microsoft Office PowerPoint</Application>
  <PresentationFormat>와이드스크린</PresentationFormat>
  <Paragraphs>47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Arial</vt:lpstr>
      <vt:lpstr>Calibri</vt:lpstr>
      <vt:lpstr>Lucida Sans Unicode</vt:lpstr>
      <vt:lpstr>Wingdings</vt:lpstr>
      <vt:lpstr>Wingdings 3</vt:lpstr>
      <vt:lpstr>교차</vt:lpstr>
      <vt:lpstr>내진 설계 추천 시스템</vt:lpstr>
      <vt:lpstr>발표 순서</vt:lpstr>
      <vt:lpstr>프로젝트 배경</vt:lpstr>
      <vt:lpstr>프로젝트 목표</vt:lpstr>
      <vt:lpstr>예상 효과</vt:lpstr>
      <vt:lpstr>주요 시스템 설명</vt:lpstr>
      <vt:lpstr>건축 후보지 위치 입력</vt:lpstr>
      <vt:lpstr>건축 후보지 위치 입력</vt:lpstr>
      <vt:lpstr>건물 정보 입력</vt:lpstr>
      <vt:lpstr>건물 정보 입력</vt:lpstr>
      <vt:lpstr>결과 화면</vt:lpstr>
      <vt:lpstr>결과 화면</vt:lpstr>
      <vt:lpstr>결과 공유 및 평가</vt:lpstr>
      <vt:lpstr>결과 공유 및 평가</vt:lpstr>
      <vt:lpstr>결과 공유 및 평가</vt:lpstr>
      <vt:lpstr>개발 과정</vt:lpstr>
      <vt:lpstr>소프트웨어 구성도</vt:lpstr>
      <vt:lpstr>규모별 시간별 지진 예측 과정</vt:lpstr>
      <vt:lpstr>PowerPoint 프레젠테이션</vt:lpstr>
      <vt:lpstr>서비스 시연</vt:lpstr>
      <vt:lpstr>Q&amp;A</vt:lpstr>
      <vt:lpstr>감사합니다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내진 설계 추천 시스템</dc:title>
  <cp:lastModifiedBy>준철 신</cp:lastModifiedBy>
  <cp:revision>45</cp:revision>
  <dcterms:modified xsi:type="dcterms:W3CDTF">2025-06-18T23:56:03Z</dcterms:modified>
  <cp:version/>
</cp:coreProperties>
</file>