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78" r:id="rId1"/>
  </p:sldMasterIdLst>
  <p:sldIdLst>
    <p:sldId id="256" r:id="rId2"/>
    <p:sldId id="260" r:id="rId3"/>
    <p:sldId id="257" r:id="rId4"/>
    <p:sldId id="258" r:id="rId5"/>
    <p:sldId id="259" r:id="rId6"/>
    <p:sldId id="275" r:id="rId7"/>
    <p:sldId id="263" r:id="rId8"/>
    <p:sldId id="269" r:id="rId9"/>
    <p:sldId id="264" r:id="rId10"/>
    <p:sldId id="274" r:id="rId11"/>
    <p:sldId id="265" r:id="rId12"/>
    <p:sldId id="272" r:id="rId13"/>
    <p:sldId id="266" r:id="rId14"/>
    <p:sldId id="273" r:id="rId15"/>
    <p:sldId id="270" r:id="rId16"/>
    <p:sldId id="276" r:id="rId17"/>
    <p:sldId id="261" r:id="rId18"/>
    <p:sldId id="26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82A27DF-FC33-4C05-96AC-ECA7B11A9C6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42561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EA2121F7-E20F-43B2-B3C6-C7E51EA698C5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7801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DAC1609-63DC-4238-90D7-BDA4CCE7E5D2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4227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1794FCA-B30B-4B0B-A06E-872BCCC939B8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29691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82B4FBC9-0152-4321-B5AE-8A4D40C68623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65916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5271060-A817-4E00-9021-886881503EB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1252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47ABBE4F-A180-451B-976B-207E95DDA7F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32080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0DB8ECF-E18C-4D8D-A7A0-FA2FABCA5290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32751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21" name=""/>
          <p:cNvGrpSpPr/>
          <p:nvPr/>
        </p:nvGrpSpPr>
        <p:grpSpPr>
          <a:xfrm rot="0"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8C9FE912-2C94-4152-970B-97CA7CEA7709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20028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10BF683E-EC8C-4F1E-8017-25E57E2CE77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3814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FDD8E82-9EDF-4A21-8052-950E349A4E6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32250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16753771-9475-4309-9B2C-4F43EB0294C6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4598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D839B8E-F55D-4BF8-852C-25AF74D46B3E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4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://3.107.51.2:8080" TargetMode="External"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868433" y="2341729"/>
            <a:ext cx="9635703" cy="957706"/>
          </a:xfrm>
        </p:spPr>
        <p:txBody>
          <a:bodyPr/>
          <a:p>
            <a:pPr lvl="0">
              <a:defRPr/>
            </a:pPr>
            <a:r>
              <a:rPr lang="ko-KR" altLang="en-US"/>
              <a:t>내진 설계 추천 시스템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2873009" y="3299435"/>
            <a:ext cx="9631127" cy="467408"/>
          </a:xfrm>
        </p:spPr>
        <p:txBody>
          <a:bodyPr/>
          <a:p>
            <a:pPr lvl="0">
              <a:defRPr/>
            </a:pPr>
            <a:r>
              <a:rPr lang="ko-KR" altLang="en-US"/>
              <a:t>어스옵저버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발표 순서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프로젝트 개요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예상 효과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팀 내 역할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시스템 설명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Q&amp;A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프로젝트 개요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건축 후보지에 적절한 내진설계방식을 추천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건축 후보지의 지진 예측 정보 제공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결과 공유 및 평가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예상 효과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건축 후보지 선정 근거제공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설계 과정 및 정보수집 효율 향상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과하거나 부족한 내진설계 방지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설계 수정에 의한 예산낭비 방지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팀 내 역할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박태현 팀장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머신러닝 서버 개발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신준철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프론트엔드 개발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이조운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백엔드 개발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강성진 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DB</a:t>
            </a:r>
            <a:r>
              <a:rPr lang="ko-KR" altLang="en-US"/>
              <a:t>설계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김태림 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데이터 및 정보 수집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51973" y="2489216"/>
            <a:ext cx="11302999" cy="939784"/>
          </a:xfrm>
        </p:spPr>
        <p:txBody>
          <a:bodyPr/>
          <a:p>
            <a:pPr lvl="0" algn="ctr">
              <a:defRPr/>
            </a:pPr>
            <a:r>
              <a:rPr lang="ko-KR" altLang="en-US" sz="7100"/>
              <a:t>주요 시스템 설명</a:t>
            </a:r>
            <a:endParaRPr lang="ko-KR" altLang="en-US" sz="7100"/>
          </a:p>
        </p:txBody>
      </p:sp>
    </p:spTree>
    <p:extLst>
      <p:ext uri="{BB962C8B-B14F-4D97-AF65-F5344CB8AC3E}">
        <p14:creationId xmlns:p14="http://schemas.microsoft.com/office/powerpoint/2010/main" val="156052692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건축 후보지 위치 입력</a:t>
            </a:r>
            <a:endParaRPr lang="ko-KR" altLang="en-US"/>
          </a:p>
        </p:txBody>
      </p:sp>
      <p:pic>
        <p:nvPicPr>
          <p:cNvPr id="5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09593" y="1308100"/>
            <a:ext cx="10347410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80193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건축 후보지 위치 입력</a:t>
            </a:r>
            <a:endParaRPr lang="ko-KR" altLang="en-US"/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03970" y="1308100"/>
            <a:ext cx="10358657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05012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건물 정보 입력</a:t>
            </a:r>
            <a:endParaRPr lang="ko-KR" altLang="en-US"/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17895" y="1308100"/>
            <a:ext cx="10330807" cy="49609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22009" y="2473342"/>
            <a:ext cx="1164952" cy="6433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43635" y="3116674"/>
            <a:ext cx="1247227" cy="10215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922009" y="3949932"/>
            <a:ext cx="1515247" cy="19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67127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건물 정보 입력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15204" y="1308100"/>
            <a:ext cx="10336188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6018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결과 화면</a:t>
            </a:r>
            <a:endParaRPr lang="ko-KR" altLang="en-US"/>
          </a:p>
        </p:txBody>
      </p:sp>
      <p:pic>
        <p:nvPicPr>
          <p:cNvPr id="5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599655" y="1308100"/>
            <a:ext cx="6967286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15988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결과 화면</a:t>
            </a:r>
            <a:endParaRPr lang="ko-KR" altLang="en-US"/>
          </a:p>
        </p:txBody>
      </p:sp>
      <p:pic>
        <p:nvPicPr>
          <p:cNvPr id="6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3146704" y="1286451"/>
            <a:ext cx="2813029" cy="49609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33047" y="1270560"/>
            <a:ext cx="2681941" cy="49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2185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결과 공유 및 평가</a:t>
            </a:r>
            <a:endParaRPr lang="ko-KR" altLang="en-US"/>
          </a:p>
        </p:txBody>
      </p:sp>
      <p:pic>
        <p:nvPicPr>
          <p:cNvPr id="7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43435" y="1308100"/>
            <a:ext cx="8679727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92609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결과 공유 및 평가</a:t>
            </a:r>
            <a:endParaRPr lang="ko-KR" altLang="en-US"/>
          </a:p>
        </p:txBody>
      </p:sp>
      <p:pic>
        <p:nvPicPr>
          <p:cNvPr id="5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44500" y="1451654"/>
            <a:ext cx="11302999" cy="39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39250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결과 공유 및 평가</a:t>
            </a:r>
            <a:endParaRPr lang="ko-KR" altLang="en-US"/>
          </a:p>
        </p:txBody>
      </p:sp>
      <p:pic>
        <p:nvPicPr>
          <p:cNvPr id="7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52685" y="1308100"/>
            <a:ext cx="10261226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3670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서비스 시연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>
                <a:hlinkClick r:id="rId2"/>
              </a:rPr>
              <a:t>http://3.107.51.2:8080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1181535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3082789" y="1501887"/>
            <a:ext cx="6026420" cy="2246938"/>
          </a:xfrm>
        </p:spPr>
        <p:txBody>
          <a:bodyPr/>
          <a:p>
            <a:pPr lvl="0" algn="ctr">
              <a:defRPr/>
            </a:pPr>
            <a:r>
              <a:rPr lang="en-US" altLang="ko-KR" sz="8400"/>
              <a:t>Q</a:t>
            </a:r>
            <a:r>
              <a:rPr lang="en-US" altLang="ko-KR" sz="5600"/>
              <a:t>&amp;</a:t>
            </a:r>
            <a:r>
              <a:rPr lang="en-US" altLang="ko-KR" sz="8400"/>
              <a:t>A</a:t>
            </a:r>
            <a:endParaRPr lang="en-US" altLang="ko-KR" sz="8400"/>
          </a:p>
        </p:txBody>
      </p:sp>
    </p:spTree>
    <p:extLst>
      <p:ext uri="{BB962C8B-B14F-4D97-AF65-F5344CB8AC3E}">
        <p14:creationId xmlns:p14="http://schemas.microsoft.com/office/powerpoint/2010/main" val="1042693970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44500" y="2302392"/>
            <a:ext cx="11302999" cy="939784"/>
          </a:xfrm>
        </p:spPr>
        <p:txBody>
          <a:bodyPr/>
          <a:p>
            <a:pPr lvl="0" algn="ctr">
              <a:defRPr/>
            </a:pPr>
            <a:r>
              <a:rPr lang="ko-KR" altLang="en-US" sz="5900"/>
              <a:t>감사합니다</a:t>
            </a:r>
            <a:endParaRPr lang="en-US" altLang="ko-KR" sz="5900"/>
          </a:p>
        </p:txBody>
      </p:sp>
    </p:spTree>
    <p:extLst>
      <p:ext uri="{BB962C8B-B14F-4D97-AF65-F5344CB8AC3E}">
        <p14:creationId xmlns:p14="http://schemas.microsoft.com/office/powerpoint/2010/main" val="183996816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4a45ff"/>
      </a:hlink>
      <a:folHlink>
        <a:srgbClr val="be27bb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101</ep:Words>
  <ep:PresentationFormat/>
  <ep:Paragraphs>44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교차</vt:lpstr>
      <vt:lpstr>내진 설계 추천 시스템</vt:lpstr>
      <vt:lpstr>발표 순서</vt:lpstr>
      <vt:lpstr>프로젝트 개요</vt:lpstr>
      <vt:lpstr>예상 효과</vt:lpstr>
      <vt:lpstr>팀 내 역할</vt:lpstr>
      <vt:lpstr>주요 시스템 설명</vt:lpstr>
      <vt:lpstr>건축 후보지 위치 입력</vt:lpstr>
      <vt:lpstr>건축 후보지 위치 입력</vt:lpstr>
      <vt:lpstr>건물 정보 입력</vt:lpstr>
      <vt:lpstr>건물 정보 입력</vt:lpstr>
      <vt:lpstr>결과 화면</vt:lpstr>
      <vt:lpstr>결과 화면</vt:lpstr>
      <vt:lpstr>결과 공유 및 평가</vt:lpstr>
      <vt:lpstr>결과 공유 및 평가</vt:lpstr>
      <vt:lpstr>결과 공유 및 평가</vt:lpstr>
      <vt:lpstr>서비스 시연</vt:lpstr>
      <vt:lpstr>Q&amp;A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2025-06-04T23:03:42.090</dcterms:modified>
  <cp:revision>30</cp:revision>
  <dc:title>내진 설계 추천 시스템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