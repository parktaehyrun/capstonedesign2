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68075"/>
            <a:ext cx="8520600" cy="47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2800"/>
              <a:t>업무흐름도</a:t>
            </a:r>
            <a:endParaRPr sz="2800"/>
          </a:p>
        </p:txBody>
      </p:sp>
      <p:sp>
        <p:nvSpPr>
          <p:cNvPr id="55" name="Google Shape;55;p13"/>
          <p:cNvSpPr/>
          <p:nvPr/>
        </p:nvSpPr>
        <p:spPr>
          <a:xfrm>
            <a:off x="311688" y="1330575"/>
            <a:ext cx="1398600" cy="4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지진현황 조회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2706988" y="1330575"/>
            <a:ext cx="1398600" cy="4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 예측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5102263" y="1330575"/>
            <a:ext cx="1398600" cy="4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내진설계 추천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7433688" y="1330575"/>
            <a:ext cx="1398600" cy="4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지진 대피 요령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3872688" y="543275"/>
            <a:ext cx="1398600" cy="4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사용자</a:t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5349925" y="2050150"/>
            <a:ext cx="9033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위치입력</a:t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2954650" y="2050150"/>
            <a:ext cx="9033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위치입력</a:t>
            </a:r>
            <a:endParaRPr/>
          </a:p>
        </p:txBody>
      </p:sp>
      <p:cxnSp>
        <p:nvCxnSpPr>
          <p:cNvPr id="62" name="Google Shape;62;p13"/>
          <p:cNvCxnSpPr>
            <a:stCxn id="59" idx="1"/>
            <a:endCxn id="56" idx="0"/>
          </p:cNvCxnSpPr>
          <p:nvPr/>
        </p:nvCxnSpPr>
        <p:spPr>
          <a:xfrm flipH="1">
            <a:off x="3406188" y="780875"/>
            <a:ext cx="466500" cy="54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13"/>
          <p:cNvCxnSpPr>
            <a:stCxn id="56" idx="2"/>
            <a:endCxn id="61" idx="0"/>
          </p:cNvCxnSpPr>
          <p:nvPr/>
        </p:nvCxnSpPr>
        <p:spPr>
          <a:xfrm>
            <a:off x="3406288" y="1805775"/>
            <a:ext cx="0" cy="24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" name="Google Shape;64;p13"/>
          <p:cNvCxnSpPr>
            <a:stCxn id="59" idx="3"/>
            <a:endCxn id="57" idx="0"/>
          </p:cNvCxnSpPr>
          <p:nvPr/>
        </p:nvCxnSpPr>
        <p:spPr>
          <a:xfrm>
            <a:off x="5271288" y="780875"/>
            <a:ext cx="530400" cy="54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3"/>
          <p:cNvCxnSpPr>
            <a:stCxn id="57" idx="2"/>
            <a:endCxn id="60" idx="0"/>
          </p:cNvCxnSpPr>
          <p:nvPr/>
        </p:nvCxnSpPr>
        <p:spPr>
          <a:xfrm>
            <a:off x="5801563" y="1805775"/>
            <a:ext cx="0" cy="24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" name="Google Shape;66;p13"/>
          <p:cNvSpPr/>
          <p:nvPr/>
        </p:nvSpPr>
        <p:spPr>
          <a:xfrm>
            <a:off x="3774300" y="2818325"/>
            <a:ext cx="15954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예측 모델 학습</a:t>
            </a:r>
            <a:endParaRPr/>
          </a:p>
        </p:txBody>
      </p:sp>
      <p:cxnSp>
        <p:nvCxnSpPr>
          <p:cNvPr id="67" name="Google Shape;67;p13"/>
          <p:cNvCxnSpPr>
            <a:stCxn id="61" idx="2"/>
            <a:endCxn id="66" idx="0"/>
          </p:cNvCxnSpPr>
          <p:nvPr/>
        </p:nvCxnSpPr>
        <p:spPr>
          <a:xfrm>
            <a:off x="3406300" y="2347150"/>
            <a:ext cx="116580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3"/>
          <p:cNvCxnSpPr>
            <a:stCxn id="60" idx="2"/>
            <a:endCxn id="66" idx="0"/>
          </p:cNvCxnSpPr>
          <p:nvPr/>
        </p:nvCxnSpPr>
        <p:spPr>
          <a:xfrm flipH="1">
            <a:off x="4571875" y="2347150"/>
            <a:ext cx="122970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3"/>
          <p:cNvSpPr/>
          <p:nvPr/>
        </p:nvSpPr>
        <p:spPr>
          <a:xfrm>
            <a:off x="2954650" y="3586500"/>
            <a:ext cx="9033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예측결과</a:t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5349925" y="3586500"/>
            <a:ext cx="9033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예측결과</a:t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4926775" y="4354675"/>
            <a:ext cx="17496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추천 내진설계 방식</a:t>
            </a:r>
            <a:endParaRPr/>
          </a:p>
        </p:txBody>
      </p:sp>
      <p:cxnSp>
        <p:nvCxnSpPr>
          <p:cNvPr id="72" name="Google Shape;72;p13"/>
          <p:cNvCxnSpPr>
            <a:stCxn id="66" idx="2"/>
            <a:endCxn id="69" idx="0"/>
          </p:cNvCxnSpPr>
          <p:nvPr/>
        </p:nvCxnSpPr>
        <p:spPr>
          <a:xfrm flipH="1">
            <a:off x="3406200" y="3115325"/>
            <a:ext cx="116580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3"/>
          <p:cNvCxnSpPr>
            <a:stCxn id="66" idx="2"/>
            <a:endCxn id="70" idx="0"/>
          </p:cNvCxnSpPr>
          <p:nvPr/>
        </p:nvCxnSpPr>
        <p:spPr>
          <a:xfrm>
            <a:off x="4572000" y="3115325"/>
            <a:ext cx="122970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3"/>
          <p:cNvCxnSpPr>
            <a:stCxn id="70" idx="2"/>
            <a:endCxn id="71" idx="0"/>
          </p:cNvCxnSpPr>
          <p:nvPr/>
        </p:nvCxnSpPr>
        <p:spPr>
          <a:xfrm>
            <a:off x="5801575" y="3883500"/>
            <a:ext cx="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3"/>
          <p:cNvCxnSpPr>
            <a:stCxn id="59" idx="1"/>
            <a:endCxn id="55" idx="0"/>
          </p:cNvCxnSpPr>
          <p:nvPr/>
        </p:nvCxnSpPr>
        <p:spPr>
          <a:xfrm flipH="1">
            <a:off x="1010988" y="780875"/>
            <a:ext cx="2861700" cy="54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3"/>
          <p:cNvCxnSpPr>
            <a:stCxn id="59" idx="3"/>
            <a:endCxn id="58" idx="0"/>
          </p:cNvCxnSpPr>
          <p:nvPr/>
        </p:nvCxnSpPr>
        <p:spPr>
          <a:xfrm>
            <a:off x="5271288" y="780875"/>
            <a:ext cx="2861700" cy="54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3"/>
          <p:cNvSpPr/>
          <p:nvPr/>
        </p:nvSpPr>
        <p:spPr>
          <a:xfrm>
            <a:off x="7258200" y="2050150"/>
            <a:ext cx="17496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지진대피요령 자료</a:t>
            </a:r>
            <a:endParaRPr/>
          </a:p>
        </p:txBody>
      </p:sp>
      <p:cxnSp>
        <p:nvCxnSpPr>
          <p:cNvPr id="78" name="Google Shape;78;p13"/>
          <p:cNvCxnSpPr>
            <a:stCxn id="58" idx="2"/>
            <a:endCxn id="77" idx="0"/>
          </p:cNvCxnSpPr>
          <p:nvPr/>
        </p:nvCxnSpPr>
        <p:spPr>
          <a:xfrm>
            <a:off x="8132988" y="1805775"/>
            <a:ext cx="0" cy="24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3"/>
          <p:cNvSpPr/>
          <p:nvPr/>
        </p:nvSpPr>
        <p:spPr>
          <a:xfrm>
            <a:off x="396148" y="2818325"/>
            <a:ext cx="12297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기상청 API</a:t>
            </a:r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102450" y="2050150"/>
            <a:ext cx="18171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최근 지진 현황 목록</a:t>
            </a:r>
            <a:endParaRPr/>
          </a:p>
        </p:txBody>
      </p:sp>
      <p:cxnSp>
        <p:nvCxnSpPr>
          <p:cNvPr id="81" name="Google Shape;81;p13"/>
          <p:cNvCxnSpPr>
            <a:stCxn id="79" idx="0"/>
            <a:endCxn id="80" idx="2"/>
          </p:cNvCxnSpPr>
          <p:nvPr/>
        </p:nvCxnSpPr>
        <p:spPr>
          <a:xfrm rot="10800000">
            <a:off x="1010998" y="2347025"/>
            <a:ext cx="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3"/>
          <p:cNvCxnSpPr>
            <a:stCxn id="55" idx="2"/>
            <a:endCxn id="80" idx="0"/>
          </p:cNvCxnSpPr>
          <p:nvPr/>
        </p:nvCxnSpPr>
        <p:spPr>
          <a:xfrm>
            <a:off x="1010988" y="1805775"/>
            <a:ext cx="0" cy="24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3"/>
          <p:cNvSpPr/>
          <p:nvPr/>
        </p:nvSpPr>
        <p:spPr>
          <a:xfrm>
            <a:off x="2531500" y="4354675"/>
            <a:ext cx="1749600" cy="29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지진 피해 최소화</a:t>
            </a:r>
            <a:endParaRPr/>
          </a:p>
        </p:txBody>
      </p:sp>
      <p:cxnSp>
        <p:nvCxnSpPr>
          <p:cNvPr id="84" name="Google Shape;84;p13"/>
          <p:cNvCxnSpPr>
            <a:stCxn id="69" idx="2"/>
            <a:endCxn id="83" idx="0"/>
          </p:cNvCxnSpPr>
          <p:nvPr/>
        </p:nvCxnSpPr>
        <p:spPr>
          <a:xfrm>
            <a:off x="3406300" y="3883500"/>
            <a:ext cx="0" cy="4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