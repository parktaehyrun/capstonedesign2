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248591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248591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d153442b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d153442b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6150" y="38600"/>
            <a:ext cx="8520600" cy="4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업무흐름도</a:t>
            </a:r>
            <a:endParaRPr sz="2800"/>
          </a:p>
        </p:txBody>
      </p:sp>
      <p:sp>
        <p:nvSpPr>
          <p:cNvPr id="55" name="Google Shape;55;p13"/>
          <p:cNvSpPr/>
          <p:nvPr/>
        </p:nvSpPr>
        <p:spPr>
          <a:xfrm>
            <a:off x="3116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지진현황 조회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7069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예측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5102263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내진설계 추천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4336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지진 대피 요령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872688" y="558800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349925" y="205015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위치입력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2954650" y="205015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위치입력</a:t>
            </a:r>
            <a:endParaRPr/>
          </a:p>
        </p:txBody>
      </p:sp>
      <p:cxnSp>
        <p:nvCxnSpPr>
          <p:cNvPr id="62" name="Google Shape;62;p13"/>
          <p:cNvCxnSpPr>
            <a:stCxn id="59" idx="1"/>
            <a:endCxn id="56" idx="0"/>
          </p:cNvCxnSpPr>
          <p:nvPr/>
        </p:nvCxnSpPr>
        <p:spPr>
          <a:xfrm flipH="1">
            <a:off x="3406188" y="796400"/>
            <a:ext cx="4665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56" idx="2"/>
            <a:endCxn id="61" idx="0"/>
          </p:cNvCxnSpPr>
          <p:nvPr/>
        </p:nvCxnSpPr>
        <p:spPr>
          <a:xfrm>
            <a:off x="34062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9" idx="3"/>
            <a:endCxn id="57" idx="0"/>
          </p:cNvCxnSpPr>
          <p:nvPr/>
        </p:nvCxnSpPr>
        <p:spPr>
          <a:xfrm>
            <a:off x="5271288" y="796400"/>
            <a:ext cx="5304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57" idx="2"/>
            <a:endCxn id="60" idx="0"/>
          </p:cNvCxnSpPr>
          <p:nvPr/>
        </p:nvCxnSpPr>
        <p:spPr>
          <a:xfrm>
            <a:off x="5801563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/>
          <p:nvPr/>
        </p:nvSpPr>
        <p:spPr>
          <a:xfrm>
            <a:off x="3774300" y="2818325"/>
            <a:ext cx="15954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 모델 학습</a:t>
            </a:r>
            <a:endParaRPr/>
          </a:p>
        </p:txBody>
      </p:sp>
      <p:cxnSp>
        <p:nvCxnSpPr>
          <p:cNvPr id="67" name="Google Shape;67;p13"/>
          <p:cNvCxnSpPr>
            <a:stCxn id="61" idx="2"/>
            <a:endCxn id="66" idx="0"/>
          </p:cNvCxnSpPr>
          <p:nvPr/>
        </p:nvCxnSpPr>
        <p:spPr>
          <a:xfrm>
            <a:off x="3406300" y="2347150"/>
            <a:ext cx="11658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0" idx="2"/>
            <a:endCxn id="66" idx="0"/>
          </p:cNvCxnSpPr>
          <p:nvPr/>
        </p:nvCxnSpPr>
        <p:spPr>
          <a:xfrm flipH="1">
            <a:off x="4571875" y="2347150"/>
            <a:ext cx="12297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/>
          <p:nvPr/>
        </p:nvSpPr>
        <p:spPr>
          <a:xfrm>
            <a:off x="2954650" y="358650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예측결과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5349925" y="358650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예측결과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4926775" y="4354675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 내진설계 방식</a:t>
            </a:r>
            <a:endParaRPr/>
          </a:p>
        </p:txBody>
      </p:sp>
      <p:cxnSp>
        <p:nvCxnSpPr>
          <p:cNvPr id="72" name="Google Shape;72;p13"/>
          <p:cNvCxnSpPr>
            <a:stCxn id="66" idx="2"/>
            <a:endCxn id="69" idx="0"/>
          </p:cNvCxnSpPr>
          <p:nvPr/>
        </p:nvCxnSpPr>
        <p:spPr>
          <a:xfrm flipH="1">
            <a:off x="3406200" y="3115325"/>
            <a:ext cx="11658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66" idx="2"/>
            <a:endCxn id="70" idx="0"/>
          </p:cNvCxnSpPr>
          <p:nvPr/>
        </p:nvCxnSpPr>
        <p:spPr>
          <a:xfrm>
            <a:off x="4572000" y="3115325"/>
            <a:ext cx="12297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70" idx="2"/>
            <a:endCxn id="71" idx="0"/>
          </p:cNvCxnSpPr>
          <p:nvPr/>
        </p:nvCxnSpPr>
        <p:spPr>
          <a:xfrm>
            <a:off x="5801575" y="3883500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>
            <a:stCxn id="59" idx="1"/>
            <a:endCxn id="55" idx="0"/>
          </p:cNvCxnSpPr>
          <p:nvPr/>
        </p:nvCxnSpPr>
        <p:spPr>
          <a:xfrm flipH="1">
            <a:off x="1010988" y="796400"/>
            <a:ext cx="28617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stCxn id="59" idx="3"/>
            <a:endCxn id="58" idx="0"/>
          </p:cNvCxnSpPr>
          <p:nvPr/>
        </p:nvCxnSpPr>
        <p:spPr>
          <a:xfrm>
            <a:off x="5271288" y="796400"/>
            <a:ext cx="286170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3"/>
          <p:cNvSpPr/>
          <p:nvPr/>
        </p:nvSpPr>
        <p:spPr>
          <a:xfrm>
            <a:off x="7258200" y="2050150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지진대피요령 자료</a:t>
            </a:r>
            <a:endParaRPr/>
          </a:p>
        </p:txBody>
      </p:sp>
      <p:cxnSp>
        <p:nvCxnSpPr>
          <p:cNvPr id="78" name="Google Shape;78;p13"/>
          <p:cNvCxnSpPr>
            <a:stCxn id="58" idx="2"/>
            <a:endCxn id="77" idx="0"/>
          </p:cNvCxnSpPr>
          <p:nvPr/>
        </p:nvCxnSpPr>
        <p:spPr>
          <a:xfrm>
            <a:off x="81329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/>
          <p:nvPr/>
        </p:nvSpPr>
        <p:spPr>
          <a:xfrm>
            <a:off x="396148" y="2818325"/>
            <a:ext cx="12297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기상청 API</a:t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02450" y="2050150"/>
            <a:ext cx="18171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최근 지진 현황 목록</a:t>
            </a:r>
            <a:endParaRPr/>
          </a:p>
        </p:txBody>
      </p:sp>
      <p:cxnSp>
        <p:nvCxnSpPr>
          <p:cNvPr id="81" name="Google Shape;81;p13"/>
          <p:cNvCxnSpPr>
            <a:stCxn id="79" idx="0"/>
            <a:endCxn id="80" idx="2"/>
          </p:cNvCxnSpPr>
          <p:nvPr/>
        </p:nvCxnSpPr>
        <p:spPr>
          <a:xfrm rot="10800000">
            <a:off x="1010998" y="2347025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55" idx="2"/>
            <a:endCxn id="80" idx="0"/>
          </p:cNvCxnSpPr>
          <p:nvPr/>
        </p:nvCxnSpPr>
        <p:spPr>
          <a:xfrm>
            <a:off x="10109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3"/>
          <p:cNvSpPr/>
          <p:nvPr/>
        </p:nvSpPr>
        <p:spPr>
          <a:xfrm>
            <a:off x="2531500" y="4354675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피해 최소화</a:t>
            </a:r>
            <a:endParaRPr/>
          </a:p>
        </p:txBody>
      </p:sp>
      <p:cxnSp>
        <p:nvCxnSpPr>
          <p:cNvPr id="84" name="Google Shape;84;p13"/>
          <p:cNvCxnSpPr>
            <a:stCxn id="69" idx="2"/>
            <a:endCxn id="83" idx="0"/>
          </p:cNvCxnSpPr>
          <p:nvPr/>
        </p:nvCxnSpPr>
        <p:spPr>
          <a:xfrm>
            <a:off x="3406300" y="3883500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2234725" y="3792375"/>
            <a:ext cx="6677700" cy="857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7700525" y="3874225"/>
            <a:ext cx="12120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실시</a:t>
            </a:r>
            <a:r>
              <a:rPr lang="ko" sz="1800">
                <a:solidFill>
                  <a:schemeClr val="dk2"/>
                </a:solidFill>
              </a:rPr>
              <a:t>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234725" y="2295325"/>
            <a:ext cx="6677700" cy="1497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700525" y="2459463"/>
            <a:ext cx="12120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기본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234725" y="696025"/>
            <a:ext cx="6677700" cy="15993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-214875" y="2154448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3462788" y="1316925"/>
            <a:ext cx="16122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</a:t>
            </a:r>
            <a:r>
              <a:rPr lang="ko"/>
              <a:t>데이터</a:t>
            </a:r>
            <a:r>
              <a:rPr lang="ko"/>
              <a:t>조회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340542" y="1280437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건축 부지 선정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501728" y="1339564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예측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2787300" y="2536129"/>
            <a:ext cx="1412100" cy="94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건축물 면적, 층수, 용도 선택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302586" y="2780255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</a:t>
            </a:r>
            <a:r>
              <a:rPr lang="ko">
                <a:solidFill>
                  <a:schemeClr val="dk1"/>
                </a:solidFill>
              </a:rPr>
              <a:t>등급 확인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373481" y="4005673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설계 방식 추천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231598" y="4007650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 </a:t>
            </a:r>
            <a:r>
              <a:rPr lang="ko">
                <a:solidFill>
                  <a:schemeClr val="dk1"/>
                </a:solidFill>
              </a:rPr>
              <a:t>보강 요소 결정</a:t>
            </a:r>
            <a:endParaRPr/>
          </a:p>
        </p:txBody>
      </p:sp>
      <p:cxnSp>
        <p:nvCxnSpPr>
          <p:cNvPr id="102" name="Google Shape;102;p14"/>
          <p:cNvCxnSpPr>
            <a:stCxn id="98" idx="3"/>
            <a:endCxn id="99" idx="1"/>
          </p:cNvCxnSpPr>
          <p:nvPr/>
        </p:nvCxnSpPr>
        <p:spPr>
          <a:xfrm flipH="1" rot="10800000">
            <a:off x="4199400" y="2995429"/>
            <a:ext cx="1103100" cy="108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4"/>
          <p:cNvCxnSpPr>
            <a:stCxn id="104" idx="3"/>
            <a:endCxn id="100" idx="1"/>
          </p:cNvCxnSpPr>
          <p:nvPr/>
        </p:nvCxnSpPr>
        <p:spPr>
          <a:xfrm>
            <a:off x="3898881" y="4220323"/>
            <a:ext cx="474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4"/>
          <p:cNvCxnSpPr>
            <a:stCxn id="100" idx="3"/>
            <a:endCxn id="101" idx="1"/>
          </p:cNvCxnSpPr>
          <p:nvPr/>
        </p:nvCxnSpPr>
        <p:spPr>
          <a:xfrm>
            <a:off x="5785581" y="4220923"/>
            <a:ext cx="446100" cy="2100"/>
          </a:xfrm>
          <a:prstGeom prst="bentConnector3">
            <a:avLst>
              <a:gd fmla="val 4999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4"/>
          <p:cNvSpPr txBox="1"/>
          <p:nvPr/>
        </p:nvSpPr>
        <p:spPr>
          <a:xfrm>
            <a:off x="7700525" y="866363"/>
            <a:ext cx="12120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기본 계획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4"/>
          <p:cNvSpPr txBox="1"/>
          <p:nvPr>
            <p:ph idx="4294967295" type="ctrTitle"/>
          </p:nvPr>
        </p:nvSpPr>
        <p:spPr>
          <a:xfrm>
            <a:off x="311700" y="56675"/>
            <a:ext cx="8520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업무흐름도</a:t>
            </a:r>
            <a:endParaRPr sz="2800"/>
          </a:p>
        </p:txBody>
      </p:sp>
      <p:cxnSp>
        <p:nvCxnSpPr>
          <p:cNvPr id="108" name="Google Shape;108;p14"/>
          <p:cNvCxnSpPr>
            <a:stCxn id="95" idx="3"/>
            <a:endCxn id="97" idx="1"/>
          </p:cNvCxnSpPr>
          <p:nvPr/>
        </p:nvCxnSpPr>
        <p:spPr>
          <a:xfrm>
            <a:off x="5074988" y="1554525"/>
            <a:ext cx="4266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4"/>
          <p:cNvSpPr/>
          <p:nvPr/>
        </p:nvSpPr>
        <p:spPr>
          <a:xfrm>
            <a:off x="-214875" y="2682648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-214875" y="1626248"/>
            <a:ext cx="1412100" cy="43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회원가입</a:t>
            </a:r>
            <a:endParaRPr/>
          </a:p>
        </p:txBody>
      </p:sp>
      <p:cxnSp>
        <p:nvCxnSpPr>
          <p:cNvPr id="111" name="Google Shape;111;p14"/>
          <p:cNvCxnSpPr>
            <a:stCxn id="99" idx="3"/>
            <a:endCxn id="100" idx="0"/>
          </p:cNvCxnSpPr>
          <p:nvPr/>
        </p:nvCxnSpPr>
        <p:spPr>
          <a:xfrm flipH="1">
            <a:off x="5079386" y="2995505"/>
            <a:ext cx="1635300" cy="1010100"/>
          </a:xfrm>
          <a:prstGeom prst="bentConnector4">
            <a:avLst>
              <a:gd fmla="val -14562" name="adj1"/>
              <a:gd fmla="val 60658" name="adj2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>
            <a:stCxn id="97" idx="3"/>
            <a:endCxn id="96" idx="1"/>
          </p:cNvCxnSpPr>
          <p:nvPr/>
        </p:nvCxnSpPr>
        <p:spPr>
          <a:xfrm flipH="1" rot="10800000">
            <a:off x="6913828" y="1495714"/>
            <a:ext cx="426600" cy="591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4"/>
          <p:cNvSpPr/>
          <p:nvPr/>
        </p:nvSpPr>
        <p:spPr>
          <a:xfrm>
            <a:off x="1730325" y="1257529"/>
            <a:ext cx="1412100" cy="59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건축 부지 후보지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위치입력</a:t>
            </a:r>
            <a:endParaRPr/>
          </a:p>
        </p:txBody>
      </p:sp>
      <p:cxnSp>
        <p:nvCxnSpPr>
          <p:cNvPr id="114" name="Google Shape;114;p14"/>
          <p:cNvCxnSpPr>
            <a:stCxn id="113" idx="3"/>
            <a:endCxn id="95" idx="1"/>
          </p:cNvCxnSpPr>
          <p:nvPr/>
        </p:nvCxnSpPr>
        <p:spPr>
          <a:xfrm>
            <a:off x="3142425" y="1554529"/>
            <a:ext cx="3204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4"/>
          <p:cNvCxnSpPr>
            <a:stCxn id="94" idx="3"/>
            <a:endCxn id="113" idx="2"/>
          </p:cNvCxnSpPr>
          <p:nvPr/>
        </p:nvCxnSpPr>
        <p:spPr>
          <a:xfrm flipH="1" rot="10800000">
            <a:off x="1197225" y="1851598"/>
            <a:ext cx="1239000" cy="5181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4"/>
          <p:cNvCxnSpPr>
            <a:stCxn id="113" idx="2"/>
            <a:endCxn id="100" idx="1"/>
          </p:cNvCxnSpPr>
          <p:nvPr/>
        </p:nvCxnSpPr>
        <p:spPr>
          <a:xfrm flipH="1" rot="-5400000">
            <a:off x="2220225" y="2067679"/>
            <a:ext cx="2369400" cy="19371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4"/>
          <p:cNvCxnSpPr>
            <a:stCxn id="98" idx="1"/>
            <a:endCxn id="94" idx="3"/>
          </p:cNvCxnSpPr>
          <p:nvPr/>
        </p:nvCxnSpPr>
        <p:spPr>
          <a:xfrm rot="10800000">
            <a:off x="1197300" y="2369629"/>
            <a:ext cx="1590000" cy="6366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245325" y="2287800"/>
            <a:ext cx="1763700" cy="245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211750" y="587048"/>
            <a:ext cx="5780400" cy="377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10250" y="820524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662400" y="2621825"/>
            <a:ext cx="1763700" cy="141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610250" y="2079999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회원가입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1973750" y="820524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677375" y="820513"/>
            <a:ext cx="1912500" cy="300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건축 후보지 위치 입력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789863" y="2720975"/>
            <a:ext cx="1507500" cy="300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건물 면적 선택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789863" y="3143813"/>
            <a:ext cx="1507500" cy="300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건물 </a:t>
            </a:r>
            <a:r>
              <a:rPr lang="ko"/>
              <a:t>용도</a:t>
            </a:r>
            <a:r>
              <a:rPr lang="ko"/>
              <a:t> 선택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3789863" y="3566675"/>
            <a:ext cx="1507500" cy="300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건물 </a:t>
            </a:r>
            <a:r>
              <a:rPr lang="ko"/>
              <a:t>층수</a:t>
            </a:r>
            <a:r>
              <a:rPr lang="ko"/>
              <a:t> 선택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245325" y="117624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895438" y="3178625"/>
            <a:ext cx="1507500" cy="3006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내진 등급 확인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789863" y="1303175"/>
            <a:ext cx="1687500" cy="3006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 지진 규모 조회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6938850" y="1603775"/>
            <a:ext cx="2053200" cy="3006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 </a:t>
            </a:r>
            <a:r>
              <a:rPr lang="ko"/>
              <a:t>내진 설계 방식 </a:t>
            </a:r>
            <a:r>
              <a:rPr lang="ko"/>
              <a:t>조회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121700" y="2172013"/>
            <a:ext cx="1687500" cy="3006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내진 보강 요소 결정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4412325" y="337850"/>
            <a:ext cx="19125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내진 설계 추천</a:t>
            </a:r>
            <a:r>
              <a:rPr lang="ko"/>
              <a:t> </a:t>
            </a:r>
            <a:r>
              <a:rPr lang="ko"/>
              <a:t>페이</a:t>
            </a:r>
            <a:r>
              <a:rPr lang="ko"/>
              <a:t>지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770888" y="3984587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저장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7225638" y="51787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불러오기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610250" y="2562275"/>
            <a:ext cx="11688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아이디 입력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610250" y="3044550"/>
            <a:ext cx="12978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비밀번호 입력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94650" y="3884200"/>
            <a:ext cx="13290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회사명 입력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610250" y="3464375"/>
            <a:ext cx="11688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이름 입력</a:t>
            </a:r>
            <a:endParaRPr/>
          </a:p>
        </p:txBody>
      </p:sp>
      <p:cxnSp>
        <p:nvCxnSpPr>
          <p:cNvPr id="144" name="Google Shape;144;p15"/>
          <p:cNvCxnSpPr>
            <a:stCxn id="124" idx="2"/>
            <a:endCxn id="126" idx="0"/>
          </p:cNvCxnSpPr>
          <p:nvPr/>
        </p:nvCxnSpPr>
        <p:spPr>
          <a:xfrm flipH="1" rot="-5400000">
            <a:off x="572750" y="1600224"/>
            <a:ext cx="958800" cy="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5"/>
          <p:cNvCxnSpPr>
            <a:stCxn id="124" idx="3"/>
            <a:endCxn id="127" idx="1"/>
          </p:cNvCxnSpPr>
          <p:nvPr/>
        </p:nvCxnSpPr>
        <p:spPr>
          <a:xfrm>
            <a:off x="1493450" y="970824"/>
            <a:ext cx="480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5"/>
          <p:cNvCxnSpPr>
            <a:stCxn id="127" idx="3"/>
            <a:endCxn id="128" idx="1"/>
          </p:cNvCxnSpPr>
          <p:nvPr/>
        </p:nvCxnSpPr>
        <p:spPr>
          <a:xfrm>
            <a:off x="2856950" y="970824"/>
            <a:ext cx="820500" cy="6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5"/>
          <p:cNvCxnSpPr>
            <a:stCxn id="128" idx="2"/>
            <a:endCxn id="134" idx="0"/>
          </p:cNvCxnSpPr>
          <p:nvPr/>
        </p:nvCxnSpPr>
        <p:spPr>
          <a:xfrm flipH="1" rot="-5400000">
            <a:off x="4542875" y="1211863"/>
            <a:ext cx="182100" cy="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5"/>
          <p:cNvSpPr/>
          <p:nvPr/>
        </p:nvSpPr>
        <p:spPr>
          <a:xfrm>
            <a:off x="3895350" y="2321225"/>
            <a:ext cx="1297800" cy="300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건물정보 선택</a:t>
            </a:r>
            <a:endParaRPr/>
          </a:p>
        </p:txBody>
      </p:sp>
      <p:cxnSp>
        <p:nvCxnSpPr>
          <p:cNvPr id="149" name="Google Shape;149;p15"/>
          <p:cNvCxnSpPr>
            <a:stCxn id="127" idx="3"/>
            <a:endCxn id="148" idx="1"/>
          </p:cNvCxnSpPr>
          <p:nvPr/>
        </p:nvCxnSpPr>
        <p:spPr>
          <a:xfrm>
            <a:off x="2856950" y="970824"/>
            <a:ext cx="1038300" cy="15006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5"/>
          <p:cNvCxnSpPr>
            <a:stCxn id="125" idx="3"/>
            <a:endCxn id="133" idx="1"/>
          </p:cNvCxnSpPr>
          <p:nvPr/>
        </p:nvCxnSpPr>
        <p:spPr>
          <a:xfrm>
            <a:off x="5426100" y="3328925"/>
            <a:ext cx="469200" cy="6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5"/>
          <p:cNvCxnSpPr>
            <a:stCxn id="134" idx="3"/>
            <a:endCxn id="135" idx="1"/>
          </p:cNvCxnSpPr>
          <p:nvPr/>
        </p:nvCxnSpPr>
        <p:spPr>
          <a:xfrm>
            <a:off x="5477363" y="1453475"/>
            <a:ext cx="1461600" cy="300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5"/>
          <p:cNvCxnSpPr>
            <a:stCxn id="133" idx="0"/>
            <a:endCxn id="135" idx="1"/>
          </p:cNvCxnSpPr>
          <p:nvPr/>
        </p:nvCxnSpPr>
        <p:spPr>
          <a:xfrm rot="-5400000">
            <a:off x="6081738" y="2321375"/>
            <a:ext cx="1424700" cy="289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5"/>
          <p:cNvCxnSpPr>
            <a:stCxn id="135" idx="2"/>
            <a:endCxn id="136" idx="0"/>
          </p:cNvCxnSpPr>
          <p:nvPr/>
        </p:nvCxnSpPr>
        <p:spPr>
          <a:xfrm flipH="1" rot="-5400000">
            <a:off x="7831950" y="2037875"/>
            <a:ext cx="2676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15"/>
          <p:cNvSpPr/>
          <p:nvPr/>
        </p:nvSpPr>
        <p:spPr>
          <a:xfrm>
            <a:off x="7563600" y="4628975"/>
            <a:ext cx="12978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저장 제목 입력</a:t>
            </a:r>
            <a:endParaRPr/>
          </a:p>
        </p:txBody>
      </p:sp>
      <p:cxnSp>
        <p:nvCxnSpPr>
          <p:cNvPr id="155" name="Google Shape;155;p15"/>
          <p:cNvCxnSpPr>
            <a:stCxn id="138" idx="2"/>
            <a:endCxn id="154" idx="0"/>
          </p:cNvCxnSpPr>
          <p:nvPr/>
        </p:nvCxnSpPr>
        <p:spPr>
          <a:xfrm>
            <a:off x="8212488" y="4285187"/>
            <a:ext cx="0" cy="3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5"/>
          <p:cNvSpPr/>
          <p:nvPr/>
        </p:nvSpPr>
        <p:spPr>
          <a:xfrm>
            <a:off x="7225650" y="770599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보관함</a:t>
            </a:r>
            <a:endParaRPr/>
          </a:p>
        </p:txBody>
      </p:sp>
      <p:cxnSp>
        <p:nvCxnSpPr>
          <p:cNvPr id="157" name="Google Shape;157;p15"/>
          <p:cNvCxnSpPr>
            <a:stCxn id="156" idx="0"/>
            <a:endCxn id="139" idx="2"/>
          </p:cNvCxnSpPr>
          <p:nvPr/>
        </p:nvCxnSpPr>
        <p:spPr>
          <a:xfrm rot="10800000">
            <a:off x="7667250" y="352399"/>
            <a:ext cx="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5"/>
          <p:cNvSpPr/>
          <p:nvPr/>
        </p:nvSpPr>
        <p:spPr>
          <a:xfrm>
            <a:off x="3677375" y="1812200"/>
            <a:ext cx="1912500" cy="3006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건축 </a:t>
            </a:r>
            <a:r>
              <a:rPr lang="ko"/>
              <a:t>부지 선정</a:t>
            </a:r>
            <a:endParaRPr/>
          </a:p>
        </p:txBody>
      </p:sp>
      <p:cxnSp>
        <p:nvCxnSpPr>
          <p:cNvPr id="159" name="Google Shape;159;p15"/>
          <p:cNvCxnSpPr>
            <a:stCxn id="134" idx="2"/>
            <a:endCxn id="158" idx="0"/>
          </p:cNvCxnSpPr>
          <p:nvPr/>
        </p:nvCxnSpPr>
        <p:spPr>
          <a:xfrm>
            <a:off x="4633613" y="1603775"/>
            <a:ext cx="0" cy="2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5"/>
          <p:cNvSpPr/>
          <p:nvPr/>
        </p:nvSpPr>
        <p:spPr>
          <a:xfrm>
            <a:off x="8212500" y="51774"/>
            <a:ext cx="8832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</a:t>
            </a:r>
            <a:endParaRPr/>
          </a:p>
        </p:txBody>
      </p:sp>
      <p:cxnSp>
        <p:nvCxnSpPr>
          <p:cNvPr id="161" name="Google Shape;161;p15"/>
          <p:cNvCxnSpPr>
            <a:stCxn id="160" idx="2"/>
            <a:endCxn id="156" idx="0"/>
          </p:cNvCxnSpPr>
          <p:nvPr/>
        </p:nvCxnSpPr>
        <p:spPr>
          <a:xfrm rot="5400000">
            <a:off x="7951650" y="68124"/>
            <a:ext cx="418200" cy="986700"/>
          </a:xfrm>
          <a:prstGeom prst="bentConnector3">
            <a:avLst>
              <a:gd fmla="val 3704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5"/>
          <p:cNvSpPr/>
          <p:nvPr/>
        </p:nvSpPr>
        <p:spPr>
          <a:xfrm>
            <a:off x="594650" y="4304025"/>
            <a:ext cx="1100400" cy="3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이메일 입력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